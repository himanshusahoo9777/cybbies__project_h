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defaultTextStyle>
    <a:defPPr lvl="0">
      <a:defRPr lang="en-US"/>
    </a:defPPr>
    <a:lvl1pPr defTabSz="457200" lvl="0" rtl="0" algn="l">
      <a:spcBef>
        <a:spcPts val="0"/>
      </a:spcBef>
      <a:spcAft>
        <a:spcPts val="0"/>
      </a:spcAft>
      <a:defRPr>
        <a:solidFill>
          <a:schemeClr val="tx1"/>
        </a:solidFill>
        <a:latin typeface="Calibri"/>
        <a:ea typeface="ＭＳ Ｐゴシック"/>
        <a:cs typeface="+mn-cs"/>
      </a:defRPr>
    </a:lvl1pPr>
    <a:lvl2pPr defTabSz="457200" lvl="1" marL="457200" rtl="0" algn="l">
      <a:spcBef>
        <a:spcPts val="0"/>
      </a:spcBef>
      <a:spcAft>
        <a:spcPts val="0"/>
      </a:spcAft>
      <a:defRPr>
        <a:solidFill>
          <a:schemeClr val="tx1"/>
        </a:solidFill>
        <a:latin typeface="Calibri"/>
        <a:ea typeface="ＭＳ Ｐゴシック"/>
        <a:cs typeface="+mn-cs"/>
      </a:defRPr>
    </a:lvl2pPr>
    <a:lvl3pPr defTabSz="457200" lvl="2" marL="914400" rtl="0" algn="l">
      <a:spcBef>
        <a:spcPts val="0"/>
      </a:spcBef>
      <a:spcAft>
        <a:spcPts val="0"/>
      </a:spcAft>
      <a:defRPr>
        <a:solidFill>
          <a:schemeClr val="tx1"/>
        </a:solidFill>
        <a:latin typeface="Calibri"/>
        <a:ea typeface="ＭＳ Ｐゴシック"/>
        <a:cs typeface="+mn-cs"/>
      </a:defRPr>
    </a:lvl3pPr>
    <a:lvl4pPr defTabSz="457200" lvl="3" marL="1371600" rtl="0" algn="l">
      <a:spcBef>
        <a:spcPts val="0"/>
      </a:spcBef>
      <a:spcAft>
        <a:spcPts val="0"/>
      </a:spcAft>
      <a:defRPr>
        <a:solidFill>
          <a:schemeClr val="tx1"/>
        </a:solidFill>
        <a:latin typeface="Calibri"/>
        <a:ea typeface="ＭＳ Ｐゴシック"/>
        <a:cs typeface="+mn-cs"/>
      </a:defRPr>
    </a:lvl4pPr>
    <a:lvl5pPr defTabSz="457200" lvl="4" marL="1828800" rtl="0" algn="l">
      <a:spcBef>
        <a:spcPts val="0"/>
      </a:spcBef>
      <a:spcAft>
        <a:spcPts val="0"/>
      </a:spcAft>
      <a:defRPr>
        <a:solidFill>
          <a:schemeClr val="tx1"/>
        </a:solidFill>
        <a:latin typeface="Calibri"/>
        <a:ea typeface="ＭＳ Ｐゴシック"/>
        <a:cs typeface="+mn-cs"/>
      </a:defRPr>
    </a:lvl5pPr>
    <a:lvl6pPr defTabSz="914400" lvl="5" marL="2286000" rtl="0" algn="l">
      <a:defRPr>
        <a:solidFill>
          <a:schemeClr val="tx1"/>
        </a:solidFill>
        <a:latin typeface="Calibri"/>
        <a:ea typeface="ＭＳ Ｐゴシック"/>
        <a:cs typeface="+mn-cs"/>
      </a:defRPr>
    </a:lvl6pPr>
    <a:lvl7pPr defTabSz="914400" lvl="6" marL="2743200" rtl="0" algn="l">
      <a:defRPr>
        <a:solidFill>
          <a:schemeClr val="tx1"/>
        </a:solidFill>
        <a:latin typeface="Calibri"/>
        <a:ea typeface="ＭＳ Ｐゴシック"/>
        <a:cs typeface="+mn-cs"/>
      </a:defRPr>
    </a:lvl7pPr>
    <a:lvl8pPr defTabSz="914400" lvl="7" marL="3200400" rtl="0" algn="l">
      <a:defRPr>
        <a:solidFill>
          <a:schemeClr val="tx1"/>
        </a:solidFill>
        <a:latin typeface="Calibri"/>
        <a:ea typeface="ＭＳ Ｐゴシック"/>
        <a:cs typeface="+mn-cs"/>
      </a:defRPr>
    </a:lvl8pPr>
    <a:lvl9pPr defTabSz="914400" lvl="8" marL="3657600" rtl="0" algn="l">
      <a:defRPr>
        <a:solidFill>
          <a:schemeClr val="tx1"/>
        </a:solidFill>
        <a:latin typeface="Calibri"/>
        <a:ea typeface="ＭＳ Ｐゴシック"/>
        <a:cs typeface="+mn-cs"/>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54007946" name="Header Placeholder 1"/>
          <p:cNvSpPr>
            <a:spLocks noGrp="1"/>
          </p:cNvSpPr>
          <p:nvPr>
            <p:ph type="hdr" sz="quarter"/>
          </p:nvPr>
        </p:nvSpPr>
        <p:spPr bwMode="auto">
          <a:xfrm>
            <a:off x="0" y="0"/>
            <a:ext cx="2971800" cy="457200"/>
          </a:xfrm>
          <a:prstGeom prst="rect">
            <a:avLst/>
          </a:prstGeom>
        </p:spPr>
        <p:txBody>
          <a:bodyPr vert="horz" lIns="91440" tIns="45720" rIns="91440" bIns="45720" rtlCol="0"/>
          <a:lstStyle>
            <a:lvl1pPr algn="l">
              <a:spcBef>
                <a:spcPts val="0"/>
              </a:spcBef>
              <a:spcAft>
                <a:spcPts val="0"/>
              </a:spcAft>
              <a:defRPr sz="1200">
                <a:latin typeface="+mn-lt"/>
                <a:ea typeface="+mn-ea"/>
                <a:cs typeface="+mn-cs"/>
              </a:defRPr>
            </a:lvl1pPr>
          </a:lstStyle>
          <a:p>
            <a:pPr>
              <a:defRPr/>
            </a:pPr>
            <a:endParaRPr lang="en-US"/>
          </a:p>
        </p:txBody>
      </p:sp>
      <p:sp>
        <p:nvSpPr>
          <p:cNvPr id="614869400" name="Date Placeholder 2"/>
          <p:cNvSpPr>
            <a:spLocks noGrp="1"/>
          </p:cNvSpPr>
          <p:nvPr>
            <p:ph type="dt" idx="1"/>
          </p:nvPr>
        </p:nvSpPr>
        <p:spPr bwMode="auto">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C4D5ADD5-2BBC-4A94-8F86-D9013941F742}" type="datetimeFigureOut">
              <a:rPr lang="en-US"/>
              <a:t>2/25/2026</a:t>
            </a:fld>
            <a:endParaRPr lang="en-US"/>
          </a:p>
        </p:txBody>
      </p:sp>
      <p:sp>
        <p:nvSpPr>
          <p:cNvPr id="1863318934" name="Slide Image Placeholder 3"/>
          <p:cNvSpPr>
            <a:spLocks noGrp="1" noRot="1" noChangeAspect="1"/>
          </p:cNvSpPr>
          <p:nvPr>
            <p:ph type="sldImg" idx="2"/>
          </p:nvPr>
        </p:nvSpPr>
        <p:spPr bwMode="auto">
          <a:xfrm>
            <a:off x="381000" y="685800"/>
            <a:ext cx="6096000" cy="3429000"/>
          </a:xfrm>
          <a:prstGeom prst="rect">
            <a:avLst/>
          </a:prstGeom>
          <a:noFill/>
          <a:ln w="12700">
            <a:solidFill>
              <a:prstClr val="black"/>
            </a:solidFill>
          </a:ln>
        </p:spPr>
        <p:txBody>
          <a:bodyPr vert="horz" lIns="91440" tIns="45720" rIns="91440" bIns="45720" rtlCol="0" anchor="ctr"/>
          <a:lstStyle/>
          <a:p>
            <a:pPr lvl="0">
              <a:defRPr/>
            </a:pPr>
            <a:endParaRPr lang="en-US"/>
          </a:p>
        </p:txBody>
      </p:sp>
      <p:sp>
        <p:nvSpPr>
          <p:cNvPr id="1184928915" name="Notes Placeholder 4"/>
          <p:cNvSpPr>
            <a:spLocks noGrp="1"/>
          </p:cNvSpPr>
          <p:nvPr>
            <p:ph type="body" sz="quarter" idx="3"/>
          </p:nvPr>
        </p:nvSpPr>
        <p:spPr bwMode="auto">
          <a:xfrm>
            <a:off x="685800" y="4343400"/>
            <a:ext cx="5486400" cy="4114800"/>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926843325" name="Footer Placeholder 5"/>
          <p:cNvSpPr>
            <a:spLocks noGrp="1"/>
          </p:cNvSpPr>
          <p:nvPr>
            <p:ph type="ftr" sz="quarter" idx="4"/>
          </p:nvPr>
        </p:nvSpPr>
        <p:spPr bwMode="auto">
          <a:xfrm>
            <a:off x="0" y="8685213"/>
            <a:ext cx="2971800" cy="457200"/>
          </a:xfrm>
          <a:prstGeom prst="rect">
            <a:avLst/>
          </a:prstGeom>
        </p:spPr>
        <p:txBody>
          <a:bodyPr vert="horz" lIns="91440" tIns="45720" rIns="91440" bIns="45720" rtlCol="0" anchor="b"/>
          <a:lstStyle>
            <a:lvl1pPr algn="l">
              <a:spcBef>
                <a:spcPts val="0"/>
              </a:spcBef>
              <a:spcAft>
                <a:spcPts val="0"/>
              </a:spcAft>
              <a:defRPr sz="1200">
                <a:latin typeface="+mn-lt"/>
                <a:ea typeface="+mn-ea"/>
                <a:cs typeface="+mn-cs"/>
              </a:defRPr>
            </a:lvl1pPr>
          </a:lstStyle>
          <a:p>
            <a:pPr>
              <a:defRPr/>
            </a:pPr>
            <a:endParaRPr lang="en-US"/>
          </a:p>
        </p:txBody>
      </p:sp>
      <p:sp>
        <p:nvSpPr>
          <p:cNvPr id="2039608209" name="Slide Number Placeholder 6"/>
          <p:cNvSpPr>
            <a:spLocks noGrp="1"/>
          </p:cNvSpPr>
          <p:nvPr>
            <p:ph type="sldNum" sz="quarter" idx="5"/>
          </p:nvPr>
        </p:nvSpPr>
        <p:spPr bwMode="auto">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EC790738-CFC9-4A5E-8424-6B42AA5706F7}" type="slidenum">
              <a:rPr lang="en-US"/>
              <a:t>‹#›</a:t>
            </a:fld>
            <a:endParaRPr lang="en-US"/>
          </a:p>
        </p:txBody>
      </p:sp>
    </p:spTree>
  </p:cSld>
  <p:clrMap bg1="lt1" tx1="dk1" bg2="lt2" tx2="dk2" accent1="accent1" accent2="accent2" accent3="accent3" accent4="accent4" accent5="accent5" accent6="accent6" hlink="hlink" folHlink="folHlink"/>
  <p:notesStyle>
    <a:lvl1pPr algn="l" defTabSz="457200" rtl="0">
      <a:spcBef>
        <a:spcPts val="0"/>
      </a:spcBef>
      <a:spcAft>
        <a:spcPts val="0"/>
      </a:spcAft>
      <a:defRPr sz="1200">
        <a:solidFill>
          <a:schemeClr val="tx1"/>
        </a:solidFill>
        <a:latin typeface="+mn-lt"/>
        <a:ea typeface="ＭＳ Ｐゴシック"/>
        <a:cs typeface="ＭＳ Ｐゴシック"/>
      </a:defRPr>
    </a:lvl1pPr>
    <a:lvl2pPr marL="457200" algn="l" defTabSz="457200" rtl="0">
      <a:spcBef>
        <a:spcPts val="0"/>
      </a:spcBef>
      <a:spcAft>
        <a:spcPts val="0"/>
      </a:spcAft>
      <a:defRPr sz="1200">
        <a:solidFill>
          <a:schemeClr val="tx1"/>
        </a:solidFill>
        <a:latin typeface="+mn-lt"/>
        <a:ea typeface="ＭＳ Ｐゴシック"/>
        <a:cs typeface="+mn-cs"/>
      </a:defRPr>
    </a:lvl2pPr>
    <a:lvl3pPr marL="914400" algn="l" defTabSz="457200" rtl="0">
      <a:spcBef>
        <a:spcPts val="0"/>
      </a:spcBef>
      <a:spcAft>
        <a:spcPts val="0"/>
      </a:spcAft>
      <a:defRPr sz="1200">
        <a:solidFill>
          <a:schemeClr val="tx1"/>
        </a:solidFill>
        <a:latin typeface="+mn-lt"/>
        <a:ea typeface="ＭＳ Ｐゴシック"/>
        <a:cs typeface="+mn-cs"/>
      </a:defRPr>
    </a:lvl3pPr>
    <a:lvl4pPr marL="1371600" algn="l" defTabSz="457200" rtl="0">
      <a:spcBef>
        <a:spcPts val="0"/>
      </a:spcBef>
      <a:spcAft>
        <a:spcPts val="0"/>
      </a:spcAft>
      <a:defRPr sz="1200">
        <a:solidFill>
          <a:schemeClr val="tx1"/>
        </a:solidFill>
        <a:latin typeface="+mn-lt"/>
        <a:ea typeface="ＭＳ Ｐゴシック"/>
        <a:cs typeface="+mn-cs"/>
      </a:defRPr>
    </a:lvl4pPr>
    <a:lvl5pPr marL="1828800" algn="l" defTabSz="457200" rtl="0">
      <a:spcBef>
        <a:spcPts val="0"/>
      </a:spcBef>
      <a:spcAft>
        <a:spcPts val="0"/>
      </a:spcAft>
      <a:defRPr sz="1200">
        <a:solidFill>
          <a:schemeClr val="tx1"/>
        </a:solidFill>
        <a:latin typeface="+mn-lt"/>
        <a:ea typeface="ＭＳ Ｐゴシック"/>
        <a:cs typeface="+mn-cs"/>
      </a:defRPr>
    </a:lvl5pPr>
    <a:lvl6pPr marL="2286000" algn="l" defTabSz="457200" rtl="0">
      <a:defRPr sz="1200">
        <a:solidFill>
          <a:schemeClr val="tx1"/>
        </a:solidFill>
        <a:latin typeface="+mn-lt"/>
        <a:ea typeface="+mn-ea"/>
        <a:cs typeface="+mn-cs"/>
      </a:defRPr>
    </a:lvl6pPr>
    <a:lvl7pPr marL="2743200" algn="l" defTabSz="457200" rtl="0">
      <a:defRPr sz="1200">
        <a:solidFill>
          <a:schemeClr val="tx1"/>
        </a:solidFill>
        <a:latin typeface="+mn-lt"/>
        <a:ea typeface="+mn-ea"/>
        <a:cs typeface="+mn-cs"/>
      </a:defRPr>
    </a:lvl7pPr>
    <a:lvl8pPr marL="3200400" algn="l" defTabSz="457200" rtl="0">
      <a:defRPr sz="1200">
        <a:solidFill>
          <a:schemeClr val="tx1"/>
        </a:solidFill>
        <a:latin typeface="+mn-lt"/>
        <a:ea typeface="+mn-ea"/>
        <a:cs typeface="+mn-cs"/>
      </a:defRPr>
    </a:lvl8pPr>
    <a:lvl9pPr marL="3657600" algn="l" defTabSz="4572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65353401" name="Slide Image Placeholder 1"/>
          <p:cNvSpPr>
            <a:spLocks noGrp="1" noRot="1" noChangeAspect="1"/>
          </p:cNvSpPr>
          <p:nvPr>
            <p:ph type="sldImg"/>
          </p:nvPr>
        </p:nvSpPr>
        <p:spPr bwMode="auto"/>
      </p:sp>
      <p:sp>
        <p:nvSpPr>
          <p:cNvPr id="1054252335" name="Notes Placeholder 2"/>
          <p:cNvSpPr>
            <a:spLocks noGrp="1"/>
          </p:cNvSpPr>
          <p:nvPr>
            <p:ph type="body" idx="1"/>
          </p:nvPr>
        </p:nvSpPr>
        <p:spPr bwMode="auto"/>
        <p:txBody>
          <a:bodyPr/>
          <a:lstStyle/>
          <a:p>
            <a:pPr>
              <a:defRPr/>
            </a:pPr>
            <a:endParaRPr/>
          </a:p>
        </p:txBody>
      </p:sp>
      <p:sp>
        <p:nvSpPr>
          <p:cNvPr id="597244114" name="Slide Number Placeholder 3"/>
          <p:cNvSpPr>
            <a:spLocks noGrp="1"/>
          </p:cNvSpPr>
          <p:nvPr>
            <p:ph type="sldNum" sz="quarter" idx="10"/>
          </p:nvPr>
        </p:nvSpPr>
        <p:spPr bwMode="auto"/>
        <p:txBody>
          <a:bodyPr/>
          <a:lstStyle/>
          <a:p>
            <a:pPr>
              <a:defRPr/>
            </a:pPr>
            <a:fld id="{2CC9006A-09BC-E63F-8841-2AA51AD6906D}"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00622187" name="Slide Image Placeholder 1"/>
          <p:cNvSpPr>
            <a:spLocks noGrp="1" noRot="1" noChangeAspect="1"/>
          </p:cNvSpPr>
          <p:nvPr>
            <p:ph type="sldImg"/>
          </p:nvPr>
        </p:nvSpPr>
        <p:spPr bwMode="auto">
          <a:xfrm>
            <a:off x="381000" y="685800"/>
            <a:ext cx="6096000" cy="3429000"/>
          </a:xfrm>
          <a:prstGeom prst="rect">
            <a:avLst/>
          </a:prstGeom>
          <a:noFill/>
          <a:ln>
            <a:solidFill>
              <a:srgbClr val="000000"/>
            </a:solidFill>
            <a:miter lim="800000"/>
            <a:headEnd/>
            <a:tailEnd/>
          </a:ln>
        </p:spPr>
      </p:sp>
      <p:sp>
        <p:nvSpPr>
          <p:cNvPr id="11702253" name="Notes Placeholder 2"/>
          <p:cNvSpPr>
            <a:spLocks noGrp="1"/>
          </p:cNvSpPr>
          <p:nvPr>
            <p:ph type="body" idx="1"/>
          </p:nvPr>
        </p:nvSpPr>
        <p:spPr bwMode="auto">
          <a:prstGeom prst="rect">
            <a:avLst/>
          </a:prstGeom>
          <a:noFill/>
        </p:spPr>
        <p:txBody>
          <a:bodyPr wrap="square" numCol="1" anchor="t" anchorCtr="0" compatLnSpc="1">
            <a:prstTxWarp prst="textNoShape">
              <a:avLst/>
            </a:prstTxWarp>
          </a:bodyPr>
          <a:lstStyle/>
          <a:p>
            <a:pPr>
              <a:spcBef>
                <a:spcPts val="0"/>
              </a:spcBef>
              <a:defRPr/>
            </a:pPr>
            <a:endParaRPr lang="en-US">
              <a:ea typeface="ＭＳ Ｐゴシック"/>
            </a:endParaRPr>
          </a:p>
        </p:txBody>
      </p:sp>
      <p:sp>
        <p:nvSpPr>
          <p:cNvPr id="1853660115" name="Slide Number Placeholder 3"/>
          <p:cNvSpPr>
            <a:spLocks noGrp="1"/>
          </p:cNvSpPr>
          <p:nvPr>
            <p:ph type="sldNum" sz="quarter" idx="5"/>
          </p:nvPr>
        </p:nvSpPr>
        <p:spPr bwMode="auto">
          <a:prstGeom prst="rect">
            <a:avLst/>
          </a:prstGeom>
          <a:noFill/>
          <a:ln>
            <a:miter lim="800000"/>
            <a:headEnd/>
            <a:tailEnd/>
          </a:ln>
        </p:spPr>
        <p:txBody>
          <a:bodyPr/>
          <a:lstStyle/>
          <a:p>
            <a:pPr>
              <a:defRPr/>
            </a:pPr>
            <a:fld id="{65F62A7E-A2F8-438F-9CF8-47DE63F471B4}"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34351512" name="Slide Image Placeholder 1"/>
          <p:cNvSpPr>
            <a:spLocks noGrp="1" noRot="1" noChangeAspect="1"/>
          </p:cNvSpPr>
          <p:nvPr>
            <p:ph type="sldImg"/>
          </p:nvPr>
        </p:nvSpPr>
        <p:spPr bwMode="auto">
          <a:xfrm>
            <a:off x="381000" y="685800"/>
            <a:ext cx="6096000" cy="3429000"/>
          </a:xfrm>
          <a:prstGeom prst="rect">
            <a:avLst/>
          </a:prstGeom>
          <a:noFill/>
          <a:ln>
            <a:solidFill>
              <a:srgbClr val="000000"/>
            </a:solidFill>
            <a:miter lim="800000"/>
            <a:headEnd/>
            <a:tailEnd/>
          </a:ln>
        </p:spPr>
      </p:sp>
      <p:sp>
        <p:nvSpPr>
          <p:cNvPr id="456655884" name="Notes Placeholder 2"/>
          <p:cNvSpPr>
            <a:spLocks noGrp="1"/>
          </p:cNvSpPr>
          <p:nvPr>
            <p:ph type="body" idx="1"/>
          </p:nvPr>
        </p:nvSpPr>
        <p:spPr bwMode="auto">
          <a:prstGeom prst="rect">
            <a:avLst/>
          </a:prstGeom>
          <a:noFill/>
        </p:spPr>
        <p:txBody>
          <a:bodyPr wrap="square" numCol="1" anchor="t" anchorCtr="0" compatLnSpc="1">
            <a:prstTxWarp prst="textNoShape">
              <a:avLst/>
            </a:prstTxWarp>
          </a:bodyPr>
          <a:lstStyle/>
          <a:p>
            <a:pPr>
              <a:spcBef>
                <a:spcPts val="0"/>
              </a:spcBef>
              <a:defRPr/>
            </a:pPr>
            <a:endParaRPr lang="en-US">
              <a:ea typeface="ＭＳ Ｐゴシック"/>
            </a:endParaRPr>
          </a:p>
        </p:txBody>
      </p:sp>
      <p:sp>
        <p:nvSpPr>
          <p:cNvPr id="1842498640" name="Slide Number Placeholder 3"/>
          <p:cNvSpPr>
            <a:spLocks noGrp="1"/>
          </p:cNvSpPr>
          <p:nvPr>
            <p:ph type="sldNum" sz="quarter" idx="5"/>
          </p:nvPr>
        </p:nvSpPr>
        <p:spPr bwMode="auto">
          <a:prstGeom prst="rect">
            <a:avLst/>
          </a:prstGeom>
          <a:noFill/>
          <a:ln>
            <a:miter lim="800000"/>
            <a:headEnd/>
            <a:tailEnd/>
          </a:ln>
        </p:spPr>
        <p:txBody>
          <a:bodyPr/>
          <a:lstStyle/>
          <a:p>
            <a:pPr>
              <a:defRPr/>
            </a:pPr>
            <a:fld id="{65F62A7E-A2F8-438F-9CF8-47DE63F471B4}"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15613155" name="Slide Image Placeholder 1"/>
          <p:cNvSpPr>
            <a:spLocks noGrp="1" noRot="1" noChangeAspect="1"/>
          </p:cNvSpPr>
          <p:nvPr>
            <p:ph type="sldImg"/>
          </p:nvPr>
        </p:nvSpPr>
        <p:spPr bwMode="auto">
          <a:xfrm>
            <a:off x="381000" y="685800"/>
            <a:ext cx="6096000" cy="3429000"/>
          </a:xfrm>
          <a:prstGeom prst="rect">
            <a:avLst/>
          </a:prstGeom>
          <a:noFill/>
          <a:ln>
            <a:solidFill>
              <a:srgbClr val="000000"/>
            </a:solidFill>
            <a:miter lim="800000"/>
            <a:headEnd/>
            <a:tailEnd/>
          </a:ln>
        </p:spPr>
      </p:sp>
      <p:sp>
        <p:nvSpPr>
          <p:cNvPr id="282954921" name="Notes Placeholder 2"/>
          <p:cNvSpPr>
            <a:spLocks noGrp="1"/>
          </p:cNvSpPr>
          <p:nvPr>
            <p:ph type="body" idx="1"/>
          </p:nvPr>
        </p:nvSpPr>
        <p:spPr bwMode="auto">
          <a:prstGeom prst="rect">
            <a:avLst/>
          </a:prstGeom>
          <a:noFill/>
        </p:spPr>
        <p:txBody>
          <a:bodyPr wrap="square" numCol="1" anchor="t" anchorCtr="0" compatLnSpc="1">
            <a:prstTxWarp prst="textNoShape">
              <a:avLst/>
            </a:prstTxWarp>
          </a:bodyPr>
          <a:lstStyle/>
          <a:p>
            <a:pPr>
              <a:spcBef>
                <a:spcPts val="0"/>
              </a:spcBef>
              <a:defRPr/>
            </a:pPr>
            <a:endParaRPr lang="en-US">
              <a:ea typeface="ＭＳ Ｐゴシック"/>
            </a:endParaRPr>
          </a:p>
        </p:txBody>
      </p:sp>
      <p:sp>
        <p:nvSpPr>
          <p:cNvPr id="1795926284" name="Slide Number Placeholder 3"/>
          <p:cNvSpPr>
            <a:spLocks noGrp="1"/>
          </p:cNvSpPr>
          <p:nvPr>
            <p:ph type="sldNum" sz="quarter" idx="5"/>
          </p:nvPr>
        </p:nvSpPr>
        <p:spPr bwMode="auto">
          <a:prstGeom prst="rect">
            <a:avLst/>
          </a:prstGeom>
          <a:noFill/>
          <a:ln>
            <a:miter lim="800000"/>
            <a:headEnd/>
            <a:tailEnd/>
          </a:ln>
        </p:spPr>
        <p:txBody>
          <a:bodyPr/>
          <a:lstStyle/>
          <a:p>
            <a:pPr>
              <a:defRPr/>
            </a:pPr>
            <a:fld id="{0CA7B74D-3791-4AC6-8451-F10DBCCCDD9A}"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67942205" name="Slide Image Placeholder 1"/>
          <p:cNvSpPr>
            <a:spLocks noGrp="1" noRot="1" noChangeAspect="1"/>
          </p:cNvSpPr>
          <p:nvPr>
            <p:ph type="sldImg"/>
          </p:nvPr>
        </p:nvSpPr>
        <p:spPr bwMode="auto">
          <a:xfrm>
            <a:off x="381000" y="685800"/>
            <a:ext cx="6096000" cy="3429000"/>
          </a:xfrm>
          <a:prstGeom prst="rect">
            <a:avLst/>
          </a:prstGeom>
          <a:noFill/>
          <a:ln>
            <a:solidFill>
              <a:srgbClr val="000000"/>
            </a:solidFill>
            <a:miter lim="800000"/>
            <a:headEnd/>
            <a:tailEnd/>
          </a:ln>
        </p:spPr>
      </p:sp>
      <p:sp>
        <p:nvSpPr>
          <p:cNvPr id="1904129039" name="Notes Placeholder 2"/>
          <p:cNvSpPr>
            <a:spLocks noGrp="1"/>
          </p:cNvSpPr>
          <p:nvPr>
            <p:ph type="body" idx="1"/>
          </p:nvPr>
        </p:nvSpPr>
        <p:spPr bwMode="auto">
          <a:prstGeom prst="rect">
            <a:avLst/>
          </a:prstGeom>
          <a:noFill/>
        </p:spPr>
        <p:txBody>
          <a:bodyPr wrap="square" numCol="1" anchor="t" anchorCtr="0" compatLnSpc="1">
            <a:prstTxWarp prst="textNoShape">
              <a:avLst/>
            </a:prstTxWarp>
          </a:bodyPr>
          <a:lstStyle/>
          <a:p>
            <a:pPr>
              <a:spcBef>
                <a:spcPts val="0"/>
              </a:spcBef>
              <a:defRPr/>
            </a:pPr>
            <a:endParaRPr lang="en-US">
              <a:ea typeface="ＭＳ Ｐゴシック"/>
            </a:endParaRPr>
          </a:p>
        </p:txBody>
      </p:sp>
      <p:sp>
        <p:nvSpPr>
          <p:cNvPr id="1176989323" name="Slide Number Placeholder 3"/>
          <p:cNvSpPr>
            <a:spLocks noGrp="1"/>
          </p:cNvSpPr>
          <p:nvPr>
            <p:ph type="sldNum" sz="quarter" idx="5"/>
          </p:nvPr>
        </p:nvSpPr>
        <p:spPr bwMode="auto">
          <a:prstGeom prst="rect">
            <a:avLst/>
          </a:prstGeom>
          <a:noFill/>
          <a:ln>
            <a:miter lim="800000"/>
            <a:headEnd/>
            <a:tailEnd/>
          </a:ln>
        </p:spPr>
        <p:txBody>
          <a:bodyPr/>
          <a:lstStyle/>
          <a:p>
            <a:pPr marL="0" marR="0" lvl="0" indent="0" algn="r" defTabSz="457200" rtl="0">
              <a:lnSpc>
                <a:spcPct val="100000"/>
              </a:lnSpc>
              <a:spcBef>
                <a:spcPts val="0"/>
              </a:spcBef>
              <a:spcAft>
                <a:spcPts val="0"/>
              </a:spcAft>
              <a:buClrTx/>
              <a:buSzTx/>
              <a:buFontTx/>
              <a:buNone/>
              <a:defRPr/>
            </a:pPr>
            <a:fld id="{0CA7B74D-3791-4AC6-8451-F10DBCCCDD9A}" type="slidenum">
              <a:rPr lang="en-US" sz="1200" b="0" i="0" u="none" strike="noStrike" cap="none" spc="0">
                <a:ln>
                  <a:noFill/>
                </a:ln>
                <a:solidFill>
                  <a:prstClr val="black"/>
                </a:solidFill>
                <a:latin typeface="Calibri"/>
                <a:ea typeface="ＭＳ Ｐゴシック"/>
                <a:cs typeface="+mn-cs"/>
              </a:rPr>
              <a:t>5</a:t>
            </a:fld>
            <a:endParaRPr lang="en-US" sz="1200" b="0" i="0" u="none" strike="noStrike" cap="none" spc="0">
              <a:ln>
                <a:noFill/>
              </a:ln>
              <a:solidFill>
                <a:prstClr val="black"/>
              </a:solidFill>
              <a:latin typeface="Calibri"/>
              <a:ea typeface="ＭＳ Ｐゴシック"/>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12951295" name="Slide Image Placeholder 1"/>
          <p:cNvSpPr>
            <a:spLocks noGrp="1" noRot="1" noChangeAspect="1"/>
          </p:cNvSpPr>
          <p:nvPr>
            <p:ph type="sldImg"/>
          </p:nvPr>
        </p:nvSpPr>
        <p:spPr bwMode="auto">
          <a:xfrm>
            <a:off x="381000" y="685800"/>
            <a:ext cx="6096000" cy="3429000"/>
          </a:xfrm>
          <a:prstGeom prst="rect">
            <a:avLst/>
          </a:prstGeom>
          <a:noFill/>
          <a:ln>
            <a:solidFill>
              <a:srgbClr val="000000"/>
            </a:solidFill>
            <a:miter lim="800000"/>
            <a:headEnd/>
            <a:tailEnd/>
          </a:ln>
        </p:spPr>
      </p:sp>
      <p:sp>
        <p:nvSpPr>
          <p:cNvPr id="223607323" name="Notes Placeholder 2"/>
          <p:cNvSpPr>
            <a:spLocks noGrp="1"/>
          </p:cNvSpPr>
          <p:nvPr>
            <p:ph type="body" idx="1"/>
          </p:nvPr>
        </p:nvSpPr>
        <p:spPr bwMode="auto">
          <a:prstGeom prst="rect">
            <a:avLst/>
          </a:prstGeom>
          <a:noFill/>
        </p:spPr>
        <p:txBody>
          <a:bodyPr wrap="square" numCol="1" anchor="t" anchorCtr="0" compatLnSpc="1">
            <a:prstTxWarp prst="textNoShape">
              <a:avLst/>
            </a:prstTxWarp>
          </a:bodyPr>
          <a:lstStyle/>
          <a:p>
            <a:pPr>
              <a:spcBef>
                <a:spcPts val="0"/>
              </a:spcBef>
              <a:defRPr/>
            </a:pPr>
            <a:endParaRPr lang="en-US">
              <a:ea typeface="ＭＳ Ｐゴシック"/>
            </a:endParaRPr>
          </a:p>
        </p:txBody>
      </p:sp>
      <p:sp>
        <p:nvSpPr>
          <p:cNvPr id="198418506" name="Slide Number Placeholder 3"/>
          <p:cNvSpPr>
            <a:spLocks noGrp="1"/>
          </p:cNvSpPr>
          <p:nvPr>
            <p:ph type="sldNum" sz="quarter" idx="5"/>
          </p:nvPr>
        </p:nvSpPr>
        <p:spPr bwMode="auto">
          <a:prstGeom prst="rect">
            <a:avLst/>
          </a:prstGeom>
          <a:noFill/>
          <a:ln>
            <a:miter lim="800000"/>
            <a:headEnd/>
            <a:tailEnd/>
          </a:ln>
        </p:spPr>
        <p:txBody>
          <a:bodyPr/>
          <a:lstStyle/>
          <a:p>
            <a:pPr marL="0" marR="0" lvl="0" indent="0" algn="r" defTabSz="457200" rtl="0">
              <a:lnSpc>
                <a:spcPct val="100000"/>
              </a:lnSpc>
              <a:spcBef>
                <a:spcPts val="0"/>
              </a:spcBef>
              <a:spcAft>
                <a:spcPts val="0"/>
              </a:spcAft>
              <a:buClrTx/>
              <a:buSzTx/>
              <a:buFontTx/>
              <a:buNone/>
              <a:defRPr/>
            </a:pPr>
            <a:fld id="{0CA7B74D-3791-4AC6-8451-F10DBCCCDD9A}" type="slidenum">
              <a:rPr lang="en-US" sz="1200" b="0" i="0" u="none" strike="noStrike" cap="none" spc="0">
                <a:ln>
                  <a:noFill/>
                </a:ln>
                <a:solidFill>
                  <a:prstClr val="black"/>
                </a:solidFill>
                <a:latin typeface="Calibri"/>
                <a:ea typeface="ＭＳ Ｐゴシック"/>
                <a:cs typeface="+mn-cs"/>
              </a:rPr>
              <a:t>6</a:t>
            </a:fld>
            <a:endParaRPr lang="en-US" sz="1200" b="0" i="0" u="none" strike="noStrike" cap="none" spc="0">
              <a:ln>
                <a:noFill/>
              </a:ln>
              <a:solidFill>
                <a:prstClr val="black"/>
              </a:solidFill>
              <a:latin typeface="Calibri"/>
              <a:ea typeface="ＭＳ Ｐゴシック"/>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69038552" name="Slide Image Placeholder 1"/>
          <p:cNvSpPr>
            <a:spLocks noGrp="1" noRot="1" noChangeAspect="1"/>
          </p:cNvSpPr>
          <p:nvPr>
            <p:ph type="sldImg"/>
          </p:nvPr>
        </p:nvSpPr>
        <p:spPr bwMode="auto">
          <a:xfrm>
            <a:off x="381000" y="685800"/>
            <a:ext cx="6096000" cy="3429000"/>
          </a:xfrm>
          <a:prstGeom prst="rect">
            <a:avLst/>
          </a:prstGeom>
          <a:noFill/>
          <a:ln>
            <a:solidFill>
              <a:srgbClr val="000000"/>
            </a:solidFill>
            <a:miter lim="800000"/>
            <a:headEnd/>
            <a:tailEnd/>
          </a:ln>
        </p:spPr>
      </p:sp>
      <p:sp>
        <p:nvSpPr>
          <p:cNvPr id="1821493706" name="Notes Placeholder 2"/>
          <p:cNvSpPr>
            <a:spLocks noGrp="1"/>
          </p:cNvSpPr>
          <p:nvPr>
            <p:ph type="body" idx="1"/>
          </p:nvPr>
        </p:nvSpPr>
        <p:spPr bwMode="auto">
          <a:prstGeom prst="rect">
            <a:avLst/>
          </a:prstGeom>
          <a:noFill/>
        </p:spPr>
        <p:txBody>
          <a:bodyPr wrap="square" numCol="1" anchor="t" anchorCtr="0" compatLnSpc="1">
            <a:prstTxWarp prst="textNoShape">
              <a:avLst/>
            </a:prstTxWarp>
          </a:bodyPr>
          <a:lstStyle/>
          <a:p>
            <a:pPr>
              <a:spcBef>
                <a:spcPts val="0"/>
              </a:spcBef>
              <a:defRPr/>
            </a:pPr>
            <a:endParaRPr lang="en-US">
              <a:ea typeface="ＭＳ Ｐゴシック"/>
            </a:endParaRPr>
          </a:p>
        </p:txBody>
      </p:sp>
      <p:sp>
        <p:nvSpPr>
          <p:cNvPr id="1344158406" name="Slide Number Placeholder 3"/>
          <p:cNvSpPr>
            <a:spLocks noGrp="1"/>
          </p:cNvSpPr>
          <p:nvPr>
            <p:ph type="sldNum" sz="quarter" idx="5"/>
          </p:nvPr>
        </p:nvSpPr>
        <p:spPr bwMode="auto">
          <a:prstGeom prst="rect">
            <a:avLst/>
          </a:prstGeom>
          <a:noFill/>
          <a:ln>
            <a:miter lim="800000"/>
            <a:headEnd/>
            <a:tailEnd/>
          </a:ln>
        </p:spPr>
        <p:txBody>
          <a:bodyPr/>
          <a:lstStyle/>
          <a:p>
            <a:pPr marL="0" marR="0" lvl="0" indent="0" algn="r" defTabSz="457200" rtl="0">
              <a:lnSpc>
                <a:spcPct val="100000"/>
              </a:lnSpc>
              <a:spcBef>
                <a:spcPts val="0"/>
              </a:spcBef>
              <a:spcAft>
                <a:spcPts val="0"/>
              </a:spcAft>
              <a:buClrTx/>
              <a:buSzTx/>
              <a:buFontTx/>
              <a:buNone/>
              <a:defRPr/>
            </a:pPr>
            <a:fld id="{0CA7B74D-3791-4AC6-8451-F10DBCCCDD9A}" type="slidenum">
              <a:rPr lang="en-US" sz="1200" b="0" i="0" u="none" strike="noStrike" cap="none" spc="0">
                <a:ln>
                  <a:noFill/>
                </a:ln>
                <a:solidFill>
                  <a:prstClr val="black"/>
                </a:solidFill>
                <a:latin typeface="Calibri"/>
                <a:ea typeface="ＭＳ Ｐゴシック"/>
                <a:cs typeface="+mn-cs"/>
              </a:rPr>
              <a:t>7</a:t>
            </a:fld>
            <a:endParaRPr lang="en-US" sz="1200" b="0" i="0" u="none" strike="noStrike" cap="none" spc="0">
              <a:ln>
                <a:noFill/>
              </a:ln>
              <a:solidFill>
                <a:prstClr val="black"/>
              </a:solidFill>
              <a:latin typeface="Calibri"/>
              <a:ea typeface="ＭＳ Ｐゴシック"/>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59002039" name="Slide Image Placeholder 1"/>
          <p:cNvSpPr>
            <a:spLocks noGrp="1" noRot="1" noChangeAspect="1"/>
          </p:cNvSpPr>
          <p:nvPr>
            <p:ph type="sldImg"/>
          </p:nvPr>
        </p:nvSpPr>
        <p:spPr bwMode="auto">
          <a:xfrm>
            <a:off x="381000" y="685800"/>
            <a:ext cx="6096000" cy="3429000"/>
          </a:xfrm>
          <a:prstGeom prst="rect">
            <a:avLst/>
          </a:prstGeom>
          <a:noFill/>
          <a:ln>
            <a:solidFill>
              <a:srgbClr val="000000"/>
            </a:solidFill>
            <a:miter lim="800000"/>
            <a:headEnd/>
            <a:tailEnd/>
          </a:ln>
        </p:spPr>
      </p:sp>
      <p:sp>
        <p:nvSpPr>
          <p:cNvPr id="1181924736" name="Notes Placeholder 2"/>
          <p:cNvSpPr>
            <a:spLocks noGrp="1"/>
          </p:cNvSpPr>
          <p:nvPr>
            <p:ph type="body" idx="1"/>
          </p:nvPr>
        </p:nvSpPr>
        <p:spPr bwMode="auto">
          <a:prstGeom prst="rect">
            <a:avLst/>
          </a:prstGeom>
          <a:noFill/>
        </p:spPr>
        <p:txBody>
          <a:bodyPr wrap="square" numCol="1" anchor="t" anchorCtr="0" compatLnSpc="1">
            <a:prstTxWarp prst="textNoShape">
              <a:avLst/>
            </a:prstTxWarp>
          </a:bodyPr>
          <a:lstStyle/>
          <a:p>
            <a:pPr>
              <a:spcBef>
                <a:spcPts val="0"/>
              </a:spcBef>
              <a:defRPr/>
            </a:pPr>
            <a:endParaRPr lang="en-US">
              <a:ea typeface="ＭＳ Ｐゴシック"/>
            </a:endParaRPr>
          </a:p>
        </p:txBody>
      </p:sp>
      <p:sp>
        <p:nvSpPr>
          <p:cNvPr id="397899045" name="Slide Number Placeholder 3"/>
          <p:cNvSpPr>
            <a:spLocks noGrp="1"/>
          </p:cNvSpPr>
          <p:nvPr>
            <p:ph type="sldNum" sz="quarter" idx="5"/>
          </p:nvPr>
        </p:nvSpPr>
        <p:spPr bwMode="auto">
          <a:prstGeom prst="rect">
            <a:avLst/>
          </a:prstGeom>
          <a:noFill/>
          <a:ln>
            <a:miter lim="800000"/>
            <a:headEnd/>
            <a:tailEnd/>
          </a:ln>
        </p:spPr>
        <p:txBody>
          <a:bodyPr/>
          <a:lstStyle/>
          <a:p>
            <a:pPr marL="0" marR="0" lvl="0" indent="0" algn="r" defTabSz="457200" rtl="0">
              <a:lnSpc>
                <a:spcPct val="100000"/>
              </a:lnSpc>
              <a:spcBef>
                <a:spcPts val="0"/>
              </a:spcBef>
              <a:spcAft>
                <a:spcPts val="0"/>
              </a:spcAft>
              <a:buClrTx/>
              <a:buSzTx/>
              <a:buFontTx/>
              <a:buNone/>
              <a:defRPr/>
            </a:pPr>
            <a:fld id="{0CA7B74D-3791-4AC6-8451-F10DBCCCDD9A}" type="slidenum">
              <a:rPr lang="en-US" sz="1200" b="0" i="0" u="none" strike="noStrike" cap="none" spc="0">
                <a:ln>
                  <a:noFill/>
                </a:ln>
                <a:solidFill>
                  <a:prstClr val="black"/>
                </a:solidFill>
                <a:latin typeface="Calibri"/>
                <a:ea typeface="ＭＳ Ｐゴシック"/>
                <a:cs typeface="+mn-cs"/>
              </a:rPr>
              <a:t>8</a:t>
            </a:fld>
            <a:endParaRPr lang="en-US" sz="1200" b="0" i="0" u="none" strike="noStrike" cap="none" spc="0">
              <a:ln>
                <a:noFill/>
              </a:ln>
              <a:solidFill>
                <a:prstClr val="black"/>
              </a:solidFill>
              <a:latin typeface="Calibri"/>
              <a:ea typeface="ＭＳ Ｐゴシック"/>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44212920" name="Slide Image Placeholder 1"/>
          <p:cNvSpPr>
            <a:spLocks noGrp="1" noRot="1" noChangeAspect="1"/>
          </p:cNvSpPr>
          <p:nvPr>
            <p:ph type="sldImg"/>
          </p:nvPr>
        </p:nvSpPr>
        <p:spPr bwMode="auto">
          <a:xfrm>
            <a:off x="381000" y="685800"/>
            <a:ext cx="6096000" cy="3429000"/>
          </a:xfrm>
          <a:prstGeom prst="rect">
            <a:avLst/>
          </a:prstGeom>
          <a:noFill/>
          <a:ln>
            <a:solidFill>
              <a:srgbClr val="000000"/>
            </a:solidFill>
            <a:miter lim="800000"/>
            <a:headEnd/>
            <a:tailEnd/>
          </a:ln>
        </p:spPr>
      </p:sp>
      <p:sp>
        <p:nvSpPr>
          <p:cNvPr id="1373277834" name="Notes Placeholder 2"/>
          <p:cNvSpPr>
            <a:spLocks noGrp="1"/>
          </p:cNvSpPr>
          <p:nvPr>
            <p:ph type="body" idx="1"/>
          </p:nvPr>
        </p:nvSpPr>
        <p:spPr bwMode="auto">
          <a:prstGeom prst="rect">
            <a:avLst/>
          </a:prstGeom>
          <a:noFill/>
        </p:spPr>
        <p:txBody>
          <a:bodyPr wrap="square" numCol="1" anchor="t" anchorCtr="0" compatLnSpc="1">
            <a:prstTxWarp prst="textNoShape">
              <a:avLst/>
            </a:prstTxWarp>
          </a:bodyPr>
          <a:lstStyle/>
          <a:p>
            <a:pPr>
              <a:spcBef>
                <a:spcPts val="0"/>
              </a:spcBef>
              <a:defRPr/>
            </a:pPr>
            <a:endParaRPr lang="en-US">
              <a:ea typeface="ＭＳ Ｐゴシック"/>
            </a:endParaRPr>
          </a:p>
        </p:txBody>
      </p:sp>
      <p:sp>
        <p:nvSpPr>
          <p:cNvPr id="961715548" name="Slide Number Placeholder 3"/>
          <p:cNvSpPr>
            <a:spLocks noGrp="1"/>
          </p:cNvSpPr>
          <p:nvPr>
            <p:ph type="sldNum" sz="quarter" idx="5"/>
          </p:nvPr>
        </p:nvSpPr>
        <p:spPr bwMode="auto">
          <a:prstGeom prst="rect">
            <a:avLst/>
          </a:prstGeom>
          <a:noFill/>
          <a:ln>
            <a:miter lim="800000"/>
            <a:headEnd/>
            <a:tailEnd/>
          </a:ln>
        </p:spPr>
        <p:txBody>
          <a:bodyPr/>
          <a:lstStyle/>
          <a:p>
            <a:pPr marL="0" marR="0" lvl="0" indent="0" algn="r" defTabSz="457200" rtl="0">
              <a:lnSpc>
                <a:spcPct val="100000"/>
              </a:lnSpc>
              <a:spcBef>
                <a:spcPts val="0"/>
              </a:spcBef>
              <a:spcAft>
                <a:spcPts val="0"/>
              </a:spcAft>
              <a:buClrTx/>
              <a:buSzTx/>
              <a:buFontTx/>
              <a:buNone/>
              <a:defRPr/>
            </a:pPr>
            <a:fld id="{0CA7B74D-3791-4AC6-8451-F10DBCCCDD9A}" type="slidenum">
              <a:rPr lang="en-US" sz="1200" b="0" i="0" u="none" strike="noStrike" cap="none" spc="0">
                <a:ln>
                  <a:noFill/>
                </a:ln>
                <a:solidFill>
                  <a:prstClr val="black"/>
                </a:solidFill>
                <a:latin typeface="Calibri"/>
                <a:ea typeface="ＭＳ Ｐゴシック"/>
                <a:cs typeface="+mn-cs"/>
              </a:rPr>
              <a:t>9</a:t>
            </a:fld>
            <a:endParaRPr lang="en-US" sz="1200" b="0" i="0" u="none" strike="noStrike" cap="none" spc="0">
              <a:ln>
                <a:noFill/>
              </a:ln>
              <a:solidFill>
                <a:prstClr val="black"/>
              </a:solidFill>
              <a:latin typeface="Calibri"/>
              <a:ea typeface="ＭＳ Ｐゴシック"/>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31469958" name="Slide Image Placeholder 1"/>
          <p:cNvSpPr>
            <a:spLocks noGrp="1" noRot="1" noChangeAspect="1"/>
          </p:cNvSpPr>
          <p:nvPr>
            <p:ph type="sldImg"/>
          </p:nvPr>
        </p:nvSpPr>
        <p:spPr bwMode="auto">
          <a:xfrm>
            <a:off x="381000" y="685800"/>
            <a:ext cx="6096000" cy="3429000"/>
          </a:xfrm>
          <a:prstGeom prst="rect">
            <a:avLst/>
          </a:prstGeom>
          <a:noFill/>
          <a:ln>
            <a:solidFill>
              <a:srgbClr val="000000"/>
            </a:solidFill>
            <a:miter lim="800000"/>
            <a:headEnd/>
            <a:tailEnd/>
          </a:ln>
        </p:spPr>
      </p:sp>
      <p:sp>
        <p:nvSpPr>
          <p:cNvPr id="1910952659" name="Notes Placeholder 2"/>
          <p:cNvSpPr>
            <a:spLocks noGrp="1"/>
          </p:cNvSpPr>
          <p:nvPr>
            <p:ph type="body" idx="1"/>
          </p:nvPr>
        </p:nvSpPr>
        <p:spPr bwMode="auto">
          <a:prstGeom prst="rect">
            <a:avLst/>
          </a:prstGeom>
          <a:noFill/>
        </p:spPr>
        <p:txBody>
          <a:bodyPr wrap="square" numCol="1" anchor="t" anchorCtr="0" compatLnSpc="1">
            <a:prstTxWarp prst="textNoShape">
              <a:avLst/>
            </a:prstTxWarp>
          </a:bodyPr>
          <a:lstStyle/>
          <a:p>
            <a:pPr>
              <a:spcBef>
                <a:spcPts val="0"/>
              </a:spcBef>
              <a:defRPr/>
            </a:pPr>
            <a:endParaRPr lang="en-US">
              <a:ea typeface="ＭＳ Ｐゴシック"/>
            </a:endParaRPr>
          </a:p>
        </p:txBody>
      </p:sp>
      <p:sp>
        <p:nvSpPr>
          <p:cNvPr id="120468194" name="Slide Number Placeholder 3"/>
          <p:cNvSpPr>
            <a:spLocks noGrp="1"/>
          </p:cNvSpPr>
          <p:nvPr>
            <p:ph type="sldNum" sz="quarter" idx="5"/>
          </p:nvPr>
        </p:nvSpPr>
        <p:spPr bwMode="auto">
          <a:prstGeom prst="rect">
            <a:avLst/>
          </a:prstGeom>
          <a:noFill/>
          <a:ln>
            <a:miter lim="800000"/>
            <a:headEnd/>
            <a:tailEnd/>
          </a:ln>
        </p:spPr>
        <p:txBody>
          <a:bodyPr/>
          <a:lstStyle/>
          <a:p>
            <a:pPr marL="0" marR="0" lvl="0" indent="0" algn="r" defTabSz="457200" rtl="0">
              <a:lnSpc>
                <a:spcPct val="100000"/>
              </a:lnSpc>
              <a:spcBef>
                <a:spcPts val="0"/>
              </a:spcBef>
              <a:spcAft>
                <a:spcPts val="0"/>
              </a:spcAft>
              <a:buClrTx/>
              <a:buSzTx/>
              <a:buFontTx/>
              <a:buNone/>
              <a:defRPr/>
            </a:pPr>
            <a:fld id="{0CA7B74D-3791-4AC6-8451-F10DBCCCDD9A}" type="slidenum">
              <a:rPr lang="en-US" sz="1200" b="0" i="0" u="none" strike="noStrike" cap="none" spc="0">
                <a:ln>
                  <a:noFill/>
                </a:ln>
                <a:solidFill>
                  <a:prstClr val="black"/>
                </a:solidFill>
                <a:latin typeface="Calibri"/>
                <a:ea typeface="ＭＳ Ｐゴシック"/>
                <a:cs typeface="+mn-cs"/>
              </a:rPr>
              <a:t>10</a:t>
            </a:fld>
            <a:endParaRPr lang="en-US" sz="1200" b="0" i="0" u="none" strike="noStrike" cap="none" spc="0">
              <a:ln>
                <a:noFill/>
              </a:ln>
              <a:solidFill>
                <a:prstClr val="black"/>
              </a:solidFill>
              <a:latin typeface="Calibri"/>
              <a:ea typeface="ＭＳ Ｐゴシック"/>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55077589" name="Slide Image Placeholder 1"/>
          <p:cNvSpPr>
            <a:spLocks noGrp="1" noRot="1" noChangeAspect="1"/>
          </p:cNvSpPr>
          <p:nvPr>
            <p:ph type="sldImg"/>
          </p:nvPr>
        </p:nvSpPr>
        <p:spPr bwMode="auto">
          <a:xfrm>
            <a:off x="381000" y="685800"/>
            <a:ext cx="6096000" cy="3429000"/>
          </a:xfrm>
          <a:prstGeom prst="rect">
            <a:avLst/>
          </a:prstGeom>
          <a:noFill/>
          <a:ln>
            <a:solidFill>
              <a:srgbClr val="000000"/>
            </a:solidFill>
            <a:miter lim="800000"/>
            <a:headEnd/>
            <a:tailEnd/>
          </a:ln>
        </p:spPr>
      </p:sp>
      <p:sp>
        <p:nvSpPr>
          <p:cNvPr id="248452755" name="Notes Placeholder 2"/>
          <p:cNvSpPr>
            <a:spLocks noGrp="1"/>
          </p:cNvSpPr>
          <p:nvPr>
            <p:ph type="body" idx="1"/>
          </p:nvPr>
        </p:nvSpPr>
        <p:spPr bwMode="auto">
          <a:prstGeom prst="rect">
            <a:avLst/>
          </a:prstGeom>
          <a:noFill/>
        </p:spPr>
        <p:txBody>
          <a:bodyPr wrap="square" numCol="1" anchor="t" anchorCtr="0" compatLnSpc="1">
            <a:prstTxWarp prst="textNoShape">
              <a:avLst/>
            </a:prstTxWarp>
          </a:bodyPr>
          <a:lstStyle/>
          <a:p>
            <a:pPr>
              <a:spcBef>
                <a:spcPts val="0"/>
              </a:spcBef>
              <a:defRPr/>
            </a:pPr>
            <a:endParaRPr lang="en-US">
              <a:ea typeface="ＭＳ Ｐゴシック"/>
            </a:endParaRPr>
          </a:p>
        </p:txBody>
      </p:sp>
      <p:sp>
        <p:nvSpPr>
          <p:cNvPr id="1651450357" name="Slide Number Placeholder 3"/>
          <p:cNvSpPr>
            <a:spLocks noGrp="1"/>
          </p:cNvSpPr>
          <p:nvPr>
            <p:ph type="sldNum" sz="quarter" idx="5"/>
          </p:nvPr>
        </p:nvSpPr>
        <p:spPr bwMode="auto">
          <a:prstGeom prst="rect">
            <a:avLst/>
          </a:prstGeom>
          <a:noFill/>
          <a:ln>
            <a:miter lim="800000"/>
            <a:headEnd/>
            <a:tailEnd/>
          </a:ln>
        </p:spPr>
        <p:txBody>
          <a:bodyPr/>
          <a:lstStyle/>
          <a:p>
            <a:pPr marL="0" marR="0" lvl="0" indent="0" algn="r" defTabSz="457200" rtl="0">
              <a:lnSpc>
                <a:spcPct val="100000"/>
              </a:lnSpc>
              <a:spcBef>
                <a:spcPts val="0"/>
              </a:spcBef>
              <a:spcAft>
                <a:spcPts val="0"/>
              </a:spcAft>
              <a:buClrTx/>
              <a:buSzTx/>
              <a:buFontTx/>
              <a:buNone/>
              <a:defRPr/>
            </a:pPr>
            <a:fld id="{0CA7B74D-3791-4AC6-8451-F10DBCCCDD9A}" type="slidenum">
              <a:rPr lang="en-US" sz="1200" b="0" i="0" u="none" strike="noStrike" cap="none" spc="0">
                <a:ln>
                  <a:noFill/>
                </a:ln>
                <a:solidFill>
                  <a:prstClr val="black"/>
                </a:solidFill>
                <a:latin typeface="Calibri"/>
                <a:ea typeface="ＭＳ Ｐゴシック"/>
                <a:cs typeface="+mn-cs"/>
              </a:rPr>
              <a:t>11</a:t>
            </a:fld>
            <a:endParaRPr lang="en-US" sz="1200" b="0" i="0" u="none" strike="noStrike" cap="none" spc="0">
              <a:ln>
                <a:noFill/>
              </a:ln>
              <a:solidFill>
                <a:prstClr val="black"/>
              </a:solidFill>
              <a:latin typeface="Calibri"/>
              <a:ea typeface="ＭＳ Ｐゴシック"/>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2066701066" name="Title 1"/>
          <p:cNvSpPr>
            <a:spLocks noGrp="1"/>
          </p:cNvSpPr>
          <p:nvPr>
            <p:ph type="ctrTitle"/>
          </p:nvPr>
        </p:nvSpPr>
        <p:spPr bwMode="auto">
          <a:xfrm>
            <a:off x="914400" y="2130428"/>
            <a:ext cx="10363200" cy="1470025"/>
          </a:xfrm>
        </p:spPr>
        <p:txBody>
          <a:bodyPr/>
          <a:lstStyle/>
          <a:p>
            <a:pPr>
              <a:defRPr/>
            </a:pPr>
            <a:r>
              <a:rPr lang="en-US"/>
              <a:t>Click to edit Master title style</a:t>
            </a:r>
            <a:endParaRPr/>
          </a:p>
        </p:txBody>
      </p:sp>
      <p:sp>
        <p:nvSpPr>
          <p:cNvPr id="610221679" name="Subtitle 2"/>
          <p:cNvSpPr>
            <a:spLocks noGrp="1"/>
          </p:cNvSpPr>
          <p:nvPr>
            <p:ph type="subTitle" idx="1"/>
          </p:nvPr>
        </p:nvSpPr>
        <p:spPr bwMode="auto">
          <a:xfrm>
            <a:off x="1828800" y="3886200"/>
            <a:ext cx="85344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a:p>
        </p:txBody>
      </p:sp>
      <p:sp>
        <p:nvSpPr>
          <p:cNvPr id="976270825" name="Date Placeholder 3"/>
          <p:cNvSpPr>
            <a:spLocks noGrp="1"/>
          </p:cNvSpPr>
          <p:nvPr>
            <p:ph type="dt" sz="half" idx="10"/>
          </p:nvPr>
        </p:nvSpPr>
        <p:spPr bwMode="auto"/>
        <p:txBody>
          <a:bodyPr/>
          <a:lstStyle>
            <a:lvl1pPr>
              <a:defRPr/>
            </a:lvl1pPr>
          </a:lstStyle>
          <a:p>
            <a:pPr>
              <a:defRPr/>
            </a:pPr>
            <a:fld id="{E60792E3-D524-454C-8AFD-A91972900BCB}" type="datetime1">
              <a:rPr lang="en-US"/>
              <a:t>2/25/2026</a:t>
            </a:fld>
            <a:endParaRPr lang="en-US"/>
          </a:p>
        </p:txBody>
      </p:sp>
      <p:sp>
        <p:nvSpPr>
          <p:cNvPr id="1908586380" name="Footer Placeholder 4"/>
          <p:cNvSpPr>
            <a:spLocks noGrp="1"/>
          </p:cNvSpPr>
          <p:nvPr>
            <p:ph type="ftr" sz="quarter" idx="11"/>
          </p:nvPr>
        </p:nvSpPr>
        <p:spPr bwMode="auto"/>
        <p:txBody>
          <a:bodyPr/>
          <a:lstStyle>
            <a:lvl1pPr>
              <a:defRPr/>
            </a:lvl1pPr>
          </a:lstStyle>
          <a:p>
            <a:pPr>
              <a:defRPr/>
            </a:pPr>
            <a:r>
              <a:rPr lang="en-US"/>
              <a:t>@SIH Idea submission- Template</a:t>
            </a:r>
            <a:endParaRPr/>
          </a:p>
        </p:txBody>
      </p:sp>
      <p:sp>
        <p:nvSpPr>
          <p:cNvPr id="601515875" name="Slide Number Placeholder 5"/>
          <p:cNvSpPr>
            <a:spLocks noGrp="1"/>
          </p:cNvSpPr>
          <p:nvPr>
            <p:ph type="sldNum" sz="quarter" idx="12"/>
          </p:nvPr>
        </p:nvSpPr>
        <p:spPr bwMode="auto"/>
        <p:txBody>
          <a:bodyPr/>
          <a:lstStyle>
            <a:lvl1pPr>
              <a:defRPr/>
            </a:lvl1pPr>
          </a:lstStyle>
          <a:p>
            <a:pPr>
              <a:defRPr/>
            </a:pPr>
            <a:fld id="{5B7E1BAA-A38D-40DE-B22C-DF9BD7D82058}"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1575283427" name="Title 1"/>
          <p:cNvSpPr>
            <a:spLocks noGrp="1"/>
          </p:cNvSpPr>
          <p:nvPr>
            <p:ph type="title"/>
          </p:nvPr>
        </p:nvSpPr>
        <p:spPr bwMode="auto"/>
        <p:txBody>
          <a:bodyPr/>
          <a:lstStyle/>
          <a:p>
            <a:pPr>
              <a:defRPr/>
            </a:pPr>
            <a:r>
              <a:rPr lang="en-US"/>
              <a:t>Click to edit Master title style</a:t>
            </a:r>
            <a:endParaRPr/>
          </a:p>
        </p:txBody>
      </p:sp>
      <p:sp>
        <p:nvSpPr>
          <p:cNvPr id="71210728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82193490" name="Date Placeholder 3"/>
          <p:cNvSpPr>
            <a:spLocks noGrp="1"/>
          </p:cNvSpPr>
          <p:nvPr>
            <p:ph type="dt" sz="half" idx="10"/>
          </p:nvPr>
        </p:nvSpPr>
        <p:spPr bwMode="auto"/>
        <p:txBody>
          <a:bodyPr/>
          <a:lstStyle>
            <a:lvl1pPr>
              <a:defRPr/>
            </a:lvl1pPr>
          </a:lstStyle>
          <a:p>
            <a:pPr>
              <a:defRPr/>
            </a:pPr>
            <a:fld id="{708B7524-32A2-4C20-A58C-BC3BAA1042FC}" type="datetime1">
              <a:rPr lang="en-US"/>
              <a:t>2/25/2026</a:t>
            </a:fld>
            <a:endParaRPr lang="en-US"/>
          </a:p>
        </p:txBody>
      </p:sp>
      <p:sp>
        <p:nvSpPr>
          <p:cNvPr id="846567628" name="Footer Placeholder 4"/>
          <p:cNvSpPr>
            <a:spLocks noGrp="1"/>
          </p:cNvSpPr>
          <p:nvPr>
            <p:ph type="ftr" sz="quarter" idx="11"/>
          </p:nvPr>
        </p:nvSpPr>
        <p:spPr bwMode="auto"/>
        <p:txBody>
          <a:bodyPr/>
          <a:lstStyle>
            <a:lvl1pPr>
              <a:defRPr/>
            </a:lvl1pPr>
          </a:lstStyle>
          <a:p>
            <a:pPr>
              <a:defRPr/>
            </a:pPr>
            <a:r>
              <a:rPr lang="en-US"/>
              <a:t>@SIH Idea submission- Template</a:t>
            </a:r>
            <a:endParaRPr/>
          </a:p>
        </p:txBody>
      </p:sp>
      <p:sp>
        <p:nvSpPr>
          <p:cNvPr id="1731714803" name="Slide Number Placeholder 5"/>
          <p:cNvSpPr>
            <a:spLocks noGrp="1"/>
          </p:cNvSpPr>
          <p:nvPr>
            <p:ph type="sldNum" sz="quarter" idx="12"/>
          </p:nvPr>
        </p:nvSpPr>
        <p:spPr bwMode="auto"/>
        <p:txBody>
          <a:bodyPr/>
          <a:lstStyle>
            <a:lvl1pPr>
              <a:defRPr/>
            </a:lvl1pPr>
          </a:lstStyle>
          <a:p>
            <a:pPr>
              <a:defRPr/>
            </a:pPr>
            <a:fld id="{677C3CE7-23F7-4828-823C-E0205DF2CF97}"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1051084160" name="Title 1"/>
          <p:cNvSpPr>
            <a:spLocks noGrp="1"/>
          </p:cNvSpPr>
          <p:nvPr>
            <p:ph type="title"/>
          </p:nvPr>
        </p:nvSpPr>
        <p:spPr bwMode="auto">
          <a:xfrm>
            <a:off x="963084" y="4406903"/>
            <a:ext cx="10363200" cy="1362075"/>
          </a:xfrm>
        </p:spPr>
        <p:txBody>
          <a:bodyPr anchor="t"/>
          <a:lstStyle>
            <a:lvl1pPr algn="l">
              <a:defRPr sz="4000" b="1" cap="all"/>
            </a:lvl1pPr>
          </a:lstStyle>
          <a:p>
            <a:pPr>
              <a:defRPr/>
            </a:pPr>
            <a:r>
              <a:rPr lang="en-US"/>
              <a:t>Click to edit Master title style</a:t>
            </a:r>
            <a:endParaRPr/>
          </a:p>
        </p:txBody>
      </p:sp>
      <p:sp>
        <p:nvSpPr>
          <p:cNvPr id="414276797" name="Text Placeholder 2"/>
          <p:cNvSpPr>
            <a:spLocks noGrp="1"/>
          </p:cNvSpPr>
          <p:nvPr>
            <p:ph type="body" idx="1"/>
          </p:nvPr>
        </p:nvSpPr>
        <p:spPr bwMode="auto">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482317500" name="Date Placeholder 3"/>
          <p:cNvSpPr>
            <a:spLocks noGrp="1"/>
          </p:cNvSpPr>
          <p:nvPr>
            <p:ph type="dt" sz="half" idx="10"/>
          </p:nvPr>
        </p:nvSpPr>
        <p:spPr bwMode="auto"/>
        <p:txBody>
          <a:bodyPr/>
          <a:lstStyle>
            <a:lvl1pPr>
              <a:defRPr/>
            </a:lvl1pPr>
          </a:lstStyle>
          <a:p>
            <a:pPr>
              <a:defRPr/>
            </a:pPr>
            <a:fld id="{1E994447-D6B2-43BB-A877-57F1A267B999}" type="datetime1">
              <a:rPr lang="en-US"/>
              <a:t>2/25/2026</a:t>
            </a:fld>
            <a:endParaRPr lang="en-US"/>
          </a:p>
        </p:txBody>
      </p:sp>
      <p:sp>
        <p:nvSpPr>
          <p:cNvPr id="1246523882" name="Footer Placeholder 4"/>
          <p:cNvSpPr>
            <a:spLocks noGrp="1"/>
          </p:cNvSpPr>
          <p:nvPr>
            <p:ph type="ftr" sz="quarter" idx="11"/>
          </p:nvPr>
        </p:nvSpPr>
        <p:spPr bwMode="auto"/>
        <p:txBody>
          <a:bodyPr/>
          <a:lstStyle>
            <a:lvl1pPr>
              <a:defRPr/>
            </a:lvl1pPr>
          </a:lstStyle>
          <a:p>
            <a:pPr>
              <a:defRPr/>
            </a:pPr>
            <a:r>
              <a:rPr lang="en-US"/>
              <a:t>@SIH Idea submission- Template</a:t>
            </a:r>
            <a:endParaRPr/>
          </a:p>
        </p:txBody>
      </p:sp>
      <p:sp>
        <p:nvSpPr>
          <p:cNvPr id="1766277522" name="Slide Number Placeholder 5"/>
          <p:cNvSpPr>
            <a:spLocks noGrp="1"/>
          </p:cNvSpPr>
          <p:nvPr>
            <p:ph type="sldNum" sz="quarter" idx="12"/>
          </p:nvPr>
        </p:nvSpPr>
        <p:spPr bwMode="auto"/>
        <p:txBody>
          <a:bodyPr/>
          <a:lstStyle>
            <a:lvl1pPr>
              <a:defRPr/>
            </a:lvl1pPr>
          </a:lstStyle>
          <a:p>
            <a:pPr>
              <a:defRPr/>
            </a:pPr>
            <a:fld id="{41DB31D2-2A87-4F4C-A9AD-05C6CC2B321D}"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603835341" name="Title 1"/>
          <p:cNvSpPr>
            <a:spLocks noGrp="1"/>
          </p:cNvSpPr>
          <p:nvPr>
            <p:ph type="title"/>
          </p:nvPr>
        </p:nvSpPr>
        <p:spPr bwMode="auto"/>
        <p:txBody>
          <a:bodyPr/>
          <a:lstStyle/>
          <a:p>
            <a:pPr>
              <a:defRPr/>
            </a:pPr>
            <a:r>
              <a:rPr lang="en-US"/>
              <a:t>Click to edit Master title style</a:t>
            </a:r>
            <a:endParaRPr/>
          </a:p>
        </p:txBody>
      </p:sp>
      <p:sp>
        <p:nvSpPr>
          <p:cNvPr id="665159511" name="Content Placeholder 2"/>
          <p:cNvSpPr>
            <a:spLocks noGrp="1"/>
          </p:cNvSpPr>
          <p:nvPr>
            <p:ph sz="half" idx="1"/>
          </p:nvPr>
        </p:nvSpPr>
        <p:spPr bwMode="auto">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37299261" name="Content Placeholder 3"/>
          <p:cNvSpPr>
            <a:spLocks noGrp="1"/>
          </p:cNvSpPr>
          <p:nvPr>
            <p:ph sz="half" idx="2"/>
          </p:nvPr>
        </p:nvSpPr>
        <p:spPr bwMode="auto">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87814363" name="Date Placeholder 3"/>
          <p:cNvSpPr>
            <a:spLocks noGrp="1"/>
          </p:cNvSpPr>
          <p:nvPr>
            <p:ph type="dt" sz="half" idx="10"/>
          </p:nvPr>
        </p:nvSpPr>
        <p:spPr bwMode="auto"/>
        <p:txBody>
          <a:bodyPr/>
          <a:lstStyle>
            <a:lvl1pPr>
              <a:defRPr/>
            </a:lvl1pPr>
          </a:lstStyle>
          <a:p>
            <a:pPr>
              <a:defRPr/>
            </a:pPr>
            <a:fld id="{68920E16-BD35-483C-AA6B-346FC7E46DEA}" type="datetime1">
              <a:rPr lang="en-US"/>
              <a:t>2/25/2026</a:t>
            </a:fld>
            <a:endParaRPr lang="en-US"/>
          </a:p>
        </p:txBody>
      </p:sp>
      <p:sp>
        <p:nvSpPr>
          <p:cNvPr id="1908519558" name="Footer Placeholder 4"/>
          <p:cNvSpPr>
            <a:spLocks noGrp="1"/>
          </p:cNvSpPr>
          <p:nvPr>
            <p:ph type="ftr" sz="quarter" idx="11"/>
          </p:nvPr>
        </p:nvSpPr>
        <p:spPr bwMode="auto"/>
        <p:txBody>
          <a:bodyPr/>
          <a:lstStyle>
            <a:lvl1pPr>
              <a:defRPr/>
            </a:lvl1pPr>
          </a:lstStyle>
          <a:p>
            <a:pPr>
              <a:defRPr/>
            </a:pPr>
            <a:r>
              <a:rPr lang="en-US"/>
              <a:t>@SIH Idea submission- Template</a:t>
            </a:r>
            <a:endParaRPr/>
          </a:p>
        </p:txBody>
      </p:sp>
      <p:sp>
        <p:nvSpPr>
          <p:cNvPr id="1341743578" name="Slide Number Placeholder 5"/>
          <p:cNvSpPr>
            <a:spLocks noGrp="1"/>
          </p:cNvSpPr>
          <p:nvPr>
            <p:ph type="sldNum" sz="quarter" idx="12"/>
          </p:nvPr>
        </p:nvSpPr>
        <p:spPr bwMode="auto"/>
        <p:txBody>
          <a:bodyPr/>
          <a:lstStyle>
            <a:lvl1pPr>
              <a:defRPr/>
            </a:lvl1pPr>
          </a:lstStyle>
          <a:p>
            <a:pPr>
              <a:defRPr/>
            </a:pPr>
            <a:fld id="{E1FC16D9-1635-4844-816A-0A8A2160FADA}"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012715563" name="Title 1"/>
          <p:cNvSpPr>
            <a:spLocks noGrp="1"/>
          </p:cNvSpPr>
          <p:nvPr>
            <p:ph type="title"/>
          </p:nvPr>
        </p:nvSpPr>
        <p:spPr bwMode="auto"/>
        <p:txBody>
          <a:bodyPr/>
          <a:lstStyle>
            <a:lvl1pPr>
              <a:defRPr/>
            </a:lvl1pPr>
          </a:lstStyle>
          <a:p>
            <a:pPr>
              <a:defRPr/>
            </a:pPr>
            <a:r>
              <a:rPr lang="en-US"/>
              <a:t>Click to edit Master title style</a:t>
            </a:r>
            <a:endParaRPr/>
          </a:p>
        </p:txBody>
      </p:sp>
      <p:sp>
        <p:nvSpPr>
          <p:cNvPr id="1680241173" name="Text Placeholder 2"/>
          <p:cNvSpPr>
            <a:spLocks noGrp="1"/>
          </p:cNvSpPr>
          <p:nvPr>
            <p:ph type="body" idx="1"/>
          </p:nvPr>
        </p:nvSpPr>
        <p:spPr bwMode="auto">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563643247" name="Content Placeholder 3"/>
          <p:cNvSpPr>
            <a:spLocks noGrp="1"/>
          </p:cNvSpPr>
          <p:nvPr>
            <p:ph sz="half" idx="2"/>
          </p:nvPr>
        </p:nvSpPr>
        <p:spPr bwMode="auto">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9150506" name="Text Placeholder 4"/>
          <p:cNvSpPr>
            <a:spLocks noGrp="1"/>
          </p:cNvSpPr>
          <p:nvPr>
            <p:ph type="body" sz="quarter" idx="3"/>
          </p:nvPr>
        </p:nvSpPr>
        <p:spPr bwMode="auto">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283332807" name="Content Placeholder 5"/>
          <p:cNvSpPr>
            <a:spLocks noGrp="1"/>
          </p:cNvSpPr>
          <p:nvPr>
            <p:ph sz="quarter" idx="4"/>
          </p:nvPr>
        </p:nvSpPr>
        <p:spPr bwMode="auto">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96249036" name="Date Placeholder 3"/>
          <p:cNvSpPr>
            <a:spLocks noGrp="1"/>
          </p:cNvSpPr>
          <p:nvPr>
            <p:ph type="dt" sz="half" idx="10"/>
          </p:nvPr>
        </p:nvSpPr>
        <p:spPr bwMode="auto"/>
        <p:txBody>
          <a:bodyPr/>
          <a:lstStyle>
            <a:lvl1pPr>
              <a:defRPr/>
            </a:lvl1pPr>
          </a:lstStyle>
          <a:p>
            <a:pPr>
              <a:defRPr/>
            </a:pPr>
            <a:fld id="{2FEAC6F8-5103-4FC0-A69E-5C6AE6469DA8}" type="datetime1">
              <a:rPr lang="en-US"/>
              <a:t>2/25/2026</a:t>
            </a:fld>
            <a:endParaRPr lang="en-US"/>
          </a:p>
        </p:txBody>
      </p:sp>
      <p:sp>
        <p:nvSpPr>
          <p:cNvPr id="1320448233" name="Footer Placeholder 4"/>
          <p:cNvSpPr>
            <a:spLocks noGrp="1"/>
          </p:cNvSpPr>
          <p:nvPr>
            <p:ph type="ftr" sz="quarter" idx="11"/>
          </p:nvPr>
        </p:nvSpPr>
        <p:spPr bwMode="auto"/>
        <p:txBody>
          <a:bodyPr/>
          <a:lstStyle>
            <a:lvl1pPr>
              <a:defRPr/>
            </a:lvl1pPr>
          </a:lstStyle>
          <a:p>
            <a:pPr>
              <a:defRPr/>
            </a:pPr>
            <a:r>
              <a:rPr lang="en-US"/>
              <a:t>@SIH Idea submission- Template</a:t>
            </a:r>
            <a:endParaRPr/>
          </a:p>
        </p:txBody>
      </p:sp>
      <p:sp>
        <p:nvSpPr>
          <p:cNvPr id="886475463" name="Slide Number Placeholder 5"/>
          <p:cNvSpPr>
            <a:spLocks noGrp="1"/>
          </p:cNvSpPr>
          <p:nvPr>
            <p:ph type="sldNum" sz="quarter" idx="12"/>
          </p:nvPr>
        </p:nvSpPr>
        <p:spPr bwMode="auto"/>
        <p:txBody>
          <a:bodyPr/>
          <a:lstStyle>
            <a:lvl1pPr>
              <a:defRPr/>
            </a:lvl1pPr>
          </a:lstStyle>
          <a:p>
            <a:pPr>
              <a:defRPr/>
            </a:pPr>
            <a:fld id="{71C4100A-98DE-4944-910A-A93F5CA9F72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090410432" name="Title 1"/>
          <p:cNvSpPr>
            <a:spLocks noGrp="1"/>
          </p:cNvSpPr>
          <p:nvPr>
            <p:ph type="title"/>
          </p:nvPr>
        </p:nvSpPr>
        <p:spPr bwMode="auto"/>
        <p:txBody>
          <a:bodyPr/>
          <a:lstStyle/>
          <a:p>
            <a:pPr>
              <a:defRPr/>
            </a:pPr>
            <a:r>
              <a:rPr lang="en-US"/>
              <a:t>Click to edit Master title style</a:t>
            </a:r>
            <a:endParaRPr/>
          </a:p>
        </p:txBody>
      </p:sp>
      <p:sp>
        <p:nvSpPr>
          <p:cNvPr id="2078308050" name="Date Placeholder 3"/>
          <p:cNvSpPr>
            <a:spLocks noGrp="1"/>
          </p:cNvSpPr>
          <p:nvPr>
            <p:ph type="dt" sz="half" idx="10"/>
          </p:nvPr>
        </p:nvSpPr>
        <p:spPr bwMode="auto"/>
        <p:txBody>
          <a:bodyPr/>
          <a:lstStyle>
            <a:lvl1pPr>
              <a:defRPr/>
            </a:lvl1pPr>
          </a:lstStyle>
          <a:p>
            <a:pPr>
              <a:defRPr/>
            </a:pPr>
            <a:fld id="{C60C6921-0627-4C8F-83D5-0CF936D2FFDD}" type="datetime1">
              <a:rPr lang="en-US"/>
              <a:t>2/25/2026</a:t>
            </a:fld>
            <a:endParaRPr lang="en-US"/>
          </a:p>
        </p:txBody>
      </p:sp>
      <p:sp>
        <p:nvSpPr>
          <p:cNvPr id="1332379267" name="Footer Placeholder 4"/>
          <p:cNvSpPr>
            <a:spLocks noGrp="1"/>
          </p:cNvSpPr>
          <p:nvPr>
            <p:ph type="ftr" sz="quarter" idx="11"/>
          </p:nvPr>
        </p:nvSpPr>
        <p:spPr bwMode="auto"/>
        <p:txBody>
          <a:bodyPr/>
          <a:lstStyle>
            <a:lvl1pPr>
              <a:defRPr/>
            </a:lvl1pPr>
          </a:lstStyle>
          <a:p>
            <a:pPr>
              <a:defRPr/>
            </a:pPr>
            <a:r>
              <a:rPr lang="en-US"/>
              <a:t>@SIH Idea submission- Template</a:t>
            </a:r>
            <a:endParaRPr/>
          </a:p>
        </p:txBody>
      </p:sp>
      <p:sp>
        <p:nvSpPr>
          <p:cNvPr id="1260185843" name="Slide Number Placeholder 5"/>
          <p:cNvSpPr>
            <a:spLocks noGrp="1"/>
          </p:cNvSpPr>
          <p:nvPr>
            <p:ph type="sldNum" sz="quarter" idx="12"/>
          </p:nvPr>
        </p:nvSpPr>
        <p:spPr bwMode="auto"/>
        <p:txBody>
          <a:bodyPr/>
          <a:lstStyle>
            <a:lvl1pPr>
              <a:defRPr/>
            </a:lvl1pPr>
          </a:lstStyle>
          <a:p>
            <a:pPr>
              <a:defRPr/>
            </a:pPr>
            <a:fld id="{6A63342B-5A73-45DC-864D-086DE78037E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805292480" name="Date Placeholder 3"/>
          <p:cNvSpPr>
            <a:spLocks noGrp="1"/>
          </p:cNvSpPr>
          <p:nvPr>
            <p:ph type="dt" sz="half" idx="10"/>
          </p:nvPr>
        </p:nvSpPr>
        <p:spPr bwMode="auto"/>
        <p:txBody>
          <a:bodyPr/>
          <a:lstStyle>
            <a:lvl1pPr>
              <a:defRPr/>
            </a:lvl1pPr>
          </a:lstStyle>
          <a:p>
            <a:pPr>
              <a:defRPr/>
            </a:pPr>
            <a:fld id="{2FF08AD7-8103-40F8-983C-E2BA6BB9CBE0}" type="datetime1">
              <a:rPr lang="en-US"/>
              <a:t>2/25/2026</a:t>
            </a:fld>
            <a:endParaRPr lang="en-US"/>
          </a:p>
        </p:txBody>
      </p:sp>
      <p:sp>
        <p:nvSpPr>
          <p:cNvPr id="23624897" name="Footer Placeholder 4"/>
          <p:cNvSpPr>
            <a:spLocks noGrp="1"/>
          </p:cNvSpPr>
          <p:nvPr>
            <p:ph type="ftr" sz="quarter" idx="11"/>
          </p:nvPr>
        </p:nvSpPr>
        <p:spPr bwMode="auto"/>
        <p:txBody>
          <a:bodyPr/>
          <a:lstStyle>
            <a:lvl1pPr>
              <a:defRPr/>
            </a:lvl1pPr>
          </a:lstStyle>
          <a:p>
            <a:pPr>
              <a:defRPr/>
            </a:pPr>
            <a:r>
              <a:rPr lang="en-US"/>
              <a:t>@SIH Idea submission- Template</a:t>
            </a:r>
            <a:endParaRPr/>
          </a:p>
        </p:txBody>
      </p:sp>
      <p:sp>
        <p:nvSpPr>
          <p:cNvPr id="1599700082" name="Slide Number Placeholder 5"/>
          <p:cNvSpPr>
            <a:spLocks noGrp="1"/>
          </p:cNvSpPr>
          <p:nvPr>
            <p:ph type="sldNum" sz="quarter" idx="12"/>
          </p:nvPr>
        </p:nvSpPr>
        <p:spPr bwMode="auto"/>
        <p:txBody>
          <a:bodyPr/>
          <a:lstStyle>
            <a:lvl1pPr>
              <a:defRPr/>
            </a:lvl1pPr>
          </a:lstStyle>
          <a:p>
            <a:pPr>
              <a:defRPr/>
            </a:pPr>
            <a:fld id="{B635AFB3-1ACD-44AC-8702-86B1729DF03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1697456837" name="Title 1"/>
          <p:cNvSpPr>
            <a:spLocks noGrp="1"/>
          </p:cNvSpPr>
          <p:nvPr>
            <p:ph type="title"/>
          </p:nvPr>
        </p:nvSpPr>
        <p:spPr bwMode="auto">
          <a:xfrm>
            <a:off x="609602" y="273050"/>
            <a:ext cx="4011084" cy="1162050"/>
          </a:xfrm>
        </p:spPr>
        <p:txBody>
          <a:bodyPr anchor="b"/>
          <a:lstStyle>
            <a:lvl1pPr algn="l">
              <a:defRPr sz="2000" b="1"/>
            </a:lvl1pPr>
          </a:lstStyle>
          <a:p>
            <a:pPr>
              <a:defRPr/>
            </a:pPr>
            <a:r>
              <a:rPr lang="en-US"/>
              <a:t>Click to edit Master title style</a:t>
            </a:r>
            <a:endParaRPr/>
          </a:p>
        </p:txBody>
      </p:sp>
      <p:sp>
        <p:nvSpPr>
          <p:cNvPr id="346715361" name="Content Placeholder 2"/>
          <p:cNvSpPr>
            <a:spLocks noGrp="1"/>
          </p:cNvSpPr>
          <p:nvPr>
            <p:ph idx="1"/>
          </p:nvPr>
        </p:nvSpPr>
        <p:spPr bwMode="auto">
          <a:xfrm>
            <a:off x="4766732"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05997597" name="Text Placeholder 3"/>
          <p:cNvSpPr>
            <a:spLocks noGrp="1"/>
          </p:cNvSpPr>
          <p:nvPr>
            <p:ph type="body" sz="half" idx="2"/>
          </p:nvPr>
        </p:nvSpPr>
        <p:spPr bwMode="auto">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319761053" name="Date Placeholder 3"/>
          <p:cNvSpPr>
            <a:spLocks noGrp="1"/>
          </p:cNvSpPr>
          <p:nvPr>
            <p:ph type="dt" sz="half" idx="10"/>
          </p:nvPr>
        </p:nvSpPr>
        <p:spPr bwMode="auto"/>
        <p:txBody>
          <a:bodyPr/>
          <a:lstStyle>
            <a:lvl1pPr>
              <a:defRPr/>
            </a:lvl1pPr>
          </a:lstStyle>
          <a:p>
            <a:pPr>
              <a:defRPr/>
            </a:pPr>
            <a:fld id="{DF8C06B4-9380-4A4D-AF49-A3596E17DAF5}" type="datetime1">
              <a:rPr lang="en-US"/>
              <a:t>2/25/2026</a:t>
            </a:fld>
            <a:endParaRPr lang="en-US"/>
          </a:p>
        </p:txBody>
      </p:sp>
      <p:sp>
        <p:nvSpPr>
          <p:cNvPr id="2117687710" name="Footer Placeholder 4"/>
          <p:cNvSpPr>
            <a:spLocks noGrp="1"/>
          </p:cNvSpPr>
          <p:nvPr>
            <p:ph type="ftr" sz="quarter" idx="11"/>
          </p:nvPr>
        </p:nvSpPr>
        <p:spPr bwMode="auto"/>
        <p:txBody>
          <a:bodyPr/>
          <a:lstStyle>
            <a:lvl1pPr>
              <a:defRPr/>
            </a:lvl1pPr>
          </a:lstStyle>
          <a:p>
            <a:pPr>
              <a:defRPr/>
            </a:pPr>
            <a:r>
              <a:rPr lang="en-US"/>
              <a:t>@SIH Idea submission- Template</a:t>
            </a:r>
            <a:endParaRPr/>
          </a:p>
        </p:txBody>
      </p:sp>
      <p:sp>
        <p:nvSpPr>
          <p:cNvPr id="19924284" name="Slide Number Placeholder 5"/>
          <p:cNvSpPr>
            <a:spLocks noGrp="1"/>
          </p:cNvSpPr>
          <p:nvPr>
            <p:ph type="sldNum" sz="quarter" idx="12"/>
          </p:nvPr>
        </p:nvSpPr>
        <p:spPr bwMode="auto"/>
        <p:txBody>
          <a:bodyPr/>
          <a:lstStyle>
            <a:lvl1pPr>
              <a:defRPr/>
            </a:lvl1pPr>
          </a:lstStyle>
          <a:p>
            <a:pPr>
              <a:defRPr/>
            </a:pPr>
            <a:fld id="{05CF15F3-5E77-4C57-9E21-50D6D1D6C022}"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166838126" name="Title 1"/>
          <p:cNvSpPr>
            <a:spLocks noGrp="1"/>
          </p:cNvSpPr>
          <p:nvPr>
            <p:ph type="title"/>
          </p:nvPr>
        </p:nvSpPr>
        <p:spPr bwMode="auto">
          <a:xfrm>
            <a:off x="2389717" y="4800600"/>
            <a:ext cx="7315200" cy="566738"/>
          </a:xfrm>
        </p:spPr>
        <p:txBody>
          <a:bodyPr anchor="b"/>
          <a:lstStyle>
            <a:lvl1pPr algn="l">
              <a:defRPr sz="2000" b="1"/>
            </a:lvl1pPr>
          </a:lstStyle>
          <a:p>
            <a:pPr>
              <a:defRPr/>
            </a:pPr>
            <a:r>
              <a:rPr lang="en-US"/>
              <a:t>Click to edit Master title style</a:t>
            </a:r>
            <a:endParaRPr/>
          </a:p>
        </p:txBody>
      </p:sp>
      <p:sp>
        <p:nvSpPr>
          <p:cNvPr id="956489384" name="Picture Placeholder 2"/>
          <p:cNvSpPr>
            <a:spLocks noGrp="1"/>
          </p:cNvSpPr>
          <p:nvPr>
            <p:ph type="pic" idx="1"/>
          </p:nvPr>
        </p:nvSpPr>
        <p:spPr bwMode="auto">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defRPr/>
            </a:pPr>
            <a:endParaRPr lang="en-US"/>
          </a:p>
        </p:txBody>
      </p:sp>
      <p:sp>
        <p:nvSpPr>
          <p:cNvPr id="1291653005" name="Text Placeholder 3"/>
          <p:cNvSpPr>
            <a:spLocks noGrp="1"/>
          </p:cNvSpPr>
          <p:nvPr>
            <p:ph type="body" sz="half" idx="2"/>
          </p:nvPr>
        </p:nvSpPr>
        <p:spPr bwMode="auto">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2116867111" name="Date Placeholder 3"/>
          <p:cNvSpPr>
            <a:spLocks noGrp="1"/>
          </p:cNvSpPr>
          <p:nvPr>
            <p:ph type="dt" sz="half" idx="10"/>
          </p:nvPr>
        </p:nvSpPr>
        <p:spPr bwMode="auto"/>
        <p:txBody>
          <a:bodyPr/>
          <a:lstStyle>
            <a:lvl1pPr>
              <a:defRPr/>
            </a:lvl1pPr>
          </a:lstStyle>
          <a:p>
            <a:pPr>
              <a:defRPr/>
            </a:pPr>
            <a:fld id="{EF7FDEF1-C582-4E22-9E77-D68326471F28}" type="datetime1">
              <a:rPr lang="en-US"/>
              <a:t>2/25/2026</a:t>
            </a:fld>
            <a:endParaRPr lang="en-US"/>
          </a:p>
        </p:txBody>
      </p:sp>
      <p:sp>
        <p:nvSpPr>
          <p:cNvPr id="308892685" name="Footer Placeholder 4"/>
          <p:cNvSpPr>
            <a:spLocks noGrp="1"/>
          </p:cNvSpPr>
          <p:nvPr>
            <p:ph type="ftr" sz="quarter" idx="11"/>
          </p:nvPr>
        </p:nvSpPr>
        <p:spPr bwMode="auto"/>
        <p:txBody>
          <a:bodyPr/>
          <a:lstStyle>
            <a:lvl1pPr>
              <a:defRPr/>
            </a:lvl1pPr>
          </a:lstStyle>
          <a:p>
            <a:pPr>
              <a:defRPr/>
            </a:pPr>
            <a:r>
              <a:rPr lang="en-US"/>
              <a:t>@SIH Idea submission- Template</a:t>
            </a:r>
            <a:endParaRPr/>
          </a:p>
        </p:txBody>
      </p:sp>
      <p:sp>
        <p:nvSpPr>
          <p:cNvPr id="2031822374" name="Slide Number Placeholder 5"/>
          <p:cNvSpPr>
            <a:spLocks noGrp="1"/>
          </p:cNvSpPr>
          <p:nvPr>
            <p:ph type="sldNum" sz="quarter" idx="12"/>
          </p:nvPr>
        </p:nvSpPr>
        <p:spPr bwMode="auto"/>
        <p:txBody>
          <a:bodyPr/>
          <a:lstStyle>
            <a:lvl1pPr>
              <a:defRPr/>
            </a:lvl1pPr>
          </a:lstStyle>
          <a:p>
            <a:pPr>
              <a:defRPr/>
            </a:pPr>
            <a:fld id="{1242169A-B3C7-4FB6-967F-AF95F4EB331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818536490" name="Title 1"/>
          <p:cNvSpPr>
            <a:spLocks noGrp="1"/>
          </p:cNvSpPr>
          <p:nvPr>
            <p:ph type="title"/>
          </p:nvPr>
        </p:nvSpPr>
        <p:spPr bwMode="auto"/>
        <p:txBody>
          <a:bodyPr/>
          <a:lstStyle/>
          <a:p>
            <a:pPr>
              <a:defRPr/>
            </a:pPr>
            <a:r>
              <a:rPr lang="en-US"/>
              <a:t>Click to edit Master title style</a:t>
            </a:r>
            <a:endParaRPr/>
          </a:p>
        </p:txBody>
      </p:sp>
      <p:sp>
        <p:nvSpPr>
          <p:cNvPr id="36106630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18519358" name="Date Placeholder 3"/>
          <p:cNvSpPr>
            <a:spLocks noGrp="1"/>
          </p:cNvSpPr>
          <p:nvPr>
            <p:ph type="dt" sz="half" idx="10"/>
          </p:nvPr>
        </p:nvSpPr>
        <p:spPr bwMode="auto"/>
        <p:txBody>
          <a:bodyPr/>
          <a:lstStyle>
            <a:lvl1pPr>
              <a:defRPr/>
            </a:lvl1pPr>
          </a:lstStyle>
          <a:p>
            <a:pPr>
              <a:defRPr/>
            </a:pPr>
            <a:fld id="{053C3A68-6922-42D3-8905-ECC2D82A3469}" type="datetime1">
              <a:rPr lang="en-US"/>
              <a:t>2/25/2026</a:t>
            </a:fld>
            <a:endParaRPr lang="en-US"/>
          </a:p>
        </p:txBody>
      </p:sp>
      <p:sp>
        <p:nvSpPr>
          <p:cNvPr id="1739799393" name="Footer Placeholder 4"/>
          <p:cNvSpPr>
            <a:spLocks noGrp="1"/>
          </p:cNvSpPr>
          <p:nvPr>
            <p:ph type="ftr" sz="quarter" idx="11"/>
          </p:nvPr>
        </p:nvSpPr>
        <p:spPr bwMode="auto"/>
        <p:txBody>
          <a:bodyPr/>
          <a:lstStyle>
            <a:lvl1pPr>
              <a:defRPr/>
            </a:lvl1pPr>
          </a:lstStyle>
          <a:p>
            <a:pPr>
              <a:defRPr/>
            </a:pPr>
            <a:r>
              <a:rPr lang="en-US"/>
              <a:t>@SIH Idea submission- Template</a:t>
            </a:r>
            <a:endParaRPr/>
          </a:p>
        </p:txBody>
      </p:sp>
      <p:sp>
        <p:nvSpPr>
          <p:cNvPr id="425638741" name="Slide Number Placeholder 5"/>
          <p:cNvSpPr>
            <a:spLocks noGrp="1"/>
          </p:cNvSpPr>
          <p:nvPr>
            <p:ph type="sldNum" sz="quarter" idx="12"/>
          </p:nvPr>
        </p:nvSpPr>
        <p:spPr bwMode="auto"/>
        <p:txBody>
          <a:bodyPr/>
          <a:lstStyle>
            <a:lvl1pPr>
              <a:defRPr/>
            </a:lvl1pPr>
          </a:lstStyle>
          <a:p>
            <a:pPr>
              <a:defRPr/>
            </a:pPr>
            <a:fld id="{94FDD027-5576-4F27-AAB6-1D994836EE78}"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1587674882" name="Vertical Title 1"/>
          <p:cNvSpPr>
            <a:spLocks noGrp="1"/>
          </p:cNvSpPr>
          <p:nvPr>
            <p:ph type="title" orient="vert"/>
          </p:nvPr>
        </p:nvSpPr>
        <p:spPr bwMode="auto">
          <a:xfrm>
            <a:off x="8839200" y="274641"/>
            <a:ext cx="2743200" cy="5851525"/>
          </a:xfrm>
        </p:spPr>
        <p:txBody>
          <a:bodyPr vert="eaVert"/>
          <a:lstStyle/>
          <a:p>
            <a:pPr>
              <a:defRPr/>
            </a:pPr>
            <a:r>
              <a:rPr lang="en-US"/>
              <a:t>Click to edit Master title style</a:t>
            </a:r>
            <a:endParaRPr/>
          </a:p>
        </p:txBody>
      </p:sp>
      <p:sp>
        <p:nvSpPr>
          <p:cNvPr id="1976152621" name="Vertical Text Placeholder 2"/>
          <p:cNvSpPr>
            <a:spLocks noGrp="1"/>
          </p:cNvSpPr>
          <p:nvPr>
            <p:ph type="body" orient="vert" idx="1"/>
          </p:nvPr>
        </p:nvSpPr>
        <p:spPr bwMode="auto">
          <a:xfrm>
            <a:off x="609600" y="274641"/>
            <a:ext cx="80264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03747867" name="Date Placeholder 3"/>
          <p:cNvSpPr>
            <a:spLocks noGrp="1"/>
          </p:cNvSpPr>
          <p:nvPr>
            <p:ph type="dt" sz="half" idx="10"/>
          </p:nvPr>
        </p:nvSpPr>
        <p:spPr bwMode="auto"/>
        <p:txBody>
          <a:bodyPr/>
          <a:lstStyle>
            <a:lvl1pPr>
              <a:defRPr/>
            </a:lvl1pPr>
          </a:lstStyle>
          <a:p>
            <a:pPr>
              <a:defRPr/>
            </a:pPr>
            <a:fld id="{CB69E9F4-7604-4950-A8B2-8ACDEDB1506E}" type="datetime1">
              <a:rPr lang="en-US"/>
              <a:t>2/25/2026</a:t>
            </a:fld>
            <a:endParaRPr lang="en-US"/>
          </a:p>
        </p:txBody>
      </p:sp>
      <p:sp>
        <p:nvSpPr>
          <p:cNvPr id="1150227862" name="Footer Placeholder 4"/>
          <p:cNvSpPr>
            <a:spLocks noGrp="1"/>
          </p:cNvSpPr>
          <p:nvPr>
            <p:ph type="ftr" sz="quarter" idx="11"/>
          </p:nvPr>
        </p:nvSpPr>
        <p:spPr bwMode="auto"/>
        <p:txBody>
          <a:bodyPr/>
          <a:lstStyle>
            <a:lvl1pPr>
              <a:defRPr/>
            </a:lvl1pPr>
          </a:lstStyle>
          <a:p>
            <a:pPr>
              <a:defRPr/>
            </a:pPr>
            <a:r>
              <a:rPr lang="en-US"/>
              <a:t>@SIH Idea submission- Template</a:t>
            </a:r>
            <a:endParaRPr/>
          </a:p>
        </p:txBody>
      </p:sp>
      <p:sp>
        <p:nvSpPr>
          <p:cNvPr id="895507318" name="Slide Number Placeholder 5"/>
          <p:cNvSpPr>
            <a:spLocks noGrp="1"/>
          </p:cNvSpPr>
          <p:nvPr>
            <p:ph type="sldNum" sz="quarter" idx="12"/>
          </p:nvPr>
        </p:nvSpPr>
        <p:spPr bwMode="auto"/>
        <p:txBody>
          <a:bodyPr/>
          <a:lstStyle>
            <a:lvl1pPr>
              <a:defRPr/>
            </a:lvl1pPr>
          </a:lstStyle>
          <a:p>
            <a:pPr>
              <a:defRPr/>
            </a:pPr>
            <a:fld id="{2957CE61-8714-431B-A40A-01B1C5541AB7}"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686764593"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defRPr/>
            </a:pPr>
            <a:r>
              <a:rPr lang="en-US"/>
              <a:t>Click to edit Master title style</a:t>
            </a:r>
            <a:endParaRPr/>
          </a:p>
        </p:txBody>
      </p:sp>
      <p:sp>
        <p:nvSpPr>
          <p:cNvPr id="1911472416"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59879282" name="Date Placeholder 3"/>
          <p:cNvSpPr>
            <a:spLocks noGrp="1"/>
          </p:cNvSpPr>
          <p:nvPr>
            <p:ph type="dt" sz="half" idx="2"/>
          </p:nvPr>
        </p:nvSpPr>
        <p:spPr bwMode="auto">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a:defRPr>
            </a:lvl1pPr>
          </a:lstStyle>
          <a:p>
            <a:pPr>
              <a:defRPr/>
            </a:pPr>
            <a:fld id="{780A9602-A9A9-453F-AEF1-37B5837E02CD}" type="datetime1">
              <a:rPr lang="en-US"/>
              <a:t>2/25/2026</a:t>
            </a:fld>
            <a:endParaRPr lang="en-US"/>
          </a:p>
        </p:txBody>
      </p:sp>
      <p:sp>
        <p:nvSpPr>
          <p:cNvPr id="1694993829" name="Footer Placeholder 4"/>
          <p:cNvSpPr>
            <a:spLocks noGrp="1"/>
          </p:cNvSpPr>
          <p:nvPr>
            <p:ph type="ftr" sz="quarter" idx="3"/>
          </p:nvPr>
        </p:nvSpPr>
        <p:spPr bwMode="auto">
          <a:xfrm>
            <a:off x="4165600" y="6356353"/>
            <a:ext cx="3860800" cy="365125"/>
          </a:xfrm>
          <a:prstGeom prst="rect">
            <a:avLst/>
          </a:prstGeom>
        </p:spPr>
        <p:txBody>
          <a:bodyPr vert="horz" lIns="91440" tIns="45720" rIns="91440" bIns="45720" rtlCol="0" anchor="ctr"/>
          <a:lstStyle>
            <a:lvl1pPr algn="ctr">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endParaRPr/>
          </a:p>
        </p:txBody>
      </p:sp>
      <p:sp>
        <p:nvSpPr>
          <p:cNvPr id="711947234" name="Slide Number Placeholder 5"/>
          <p:cNvSpPr>
            <a:spLocks noGrp="1"/>
          </p:cNvSpPr>
          <p:nvPr>
            <p:ph type="sldNum" sz="quarter" idx="4"/>
          </p:nvPr>
        </p:nvSpPr>
        <p:spPr bwMode="auto">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a:defRPr>
            </a:lvl1pPr>
          </a:lstStyle>
          <a:p>
            <a:pPr>
              <a:defRPr/>
            </a:pPr>
            <a:fld id="{1411BA53-830D-4830-BB65-E58DBE17D0B7}"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a:spcBef>
          <a:spcPts val="0"/>
        </a:spcBef>
        <a:spcAft>
          <a:spcPts val="0"/>
        </a:spcAft>
        <a:defRPr sz="4400">
          <a:solidFill>
            <a:schemeClr val="tx1"/>
          </a:solidFill>
          <a:latin typeface="TradeGothic"/>
          <a:ea typeface="ＭＳ Ｐゴシック"/>
          <a:cs typeface="ＭＳ Ｐゴシック"/>
        </a:defRPr>
      </a:lvl1pPr>
      <a:lvl2pPr algn="ctr" defTabSz="457200" rtl="0">
        <a:spcBef>
          <a:spcPts val="0"/>
        </a:spcBef>
        <a:spcAft>
          <a:spcPts val="0"/>
        </a:spcAft>
        <a:defRPr sz="4400">
          <a:solidFill>
            <a:schemeClr val="tx1"/>
          </a:solidFill>
          <a:latin typeface="TradeGothic"/>
          <a:ea typeface="ＭＳ Ｐゴシック"/>
          <a:cs typeface="ＭＳ Ｐゴシック"/>
        </a:defRPr>
      </a:lvl2pPr>
      <a:lvl3pPr algn="ctr" defTabSz="457200" rtl="0">
        <a:spcBef>
          <a:spcPts val="0"/>
        </a:spcBef>
        <a:spcAft>
          <a:spcPts val="0"/>
        </a:spcAft>
        <a:defRPr sz="4400">
          <a:solidFill>
            <a:schemeClr val="tx1"/>
          </a:solidFill>
          <a:latin typeface="TradeGothic"/>
          <a:ea typeface="ＭＳ Ｐゴシック"/>
          <a:cs typeface="ＭＳ Ｐゴシック"/>
        </a:defRPr>
      </a:lvl3pPr>
      <a:lvl4pPr algn="ctr" defTabSz="457200" rtl="0">
        <a:spcBef>
          <a:spcPts val="0"/>
        </a:spcBef>
        <a:spcAft>
          <a:spcPts val="0"/>
        </a:spcAft>
        <a:defRPr sz="4400">
          <a:solidFill>
            <a:schemeClr val="tx1"/>
          </a:solidFill>
          <a:latin typeface="TradeGothic"/>
          <a:ea typeface="ＭＳ Ｐゴシック"/>
          <a:cs typeface="ＭＳ Ｐゴシック"/>
        </a:defRPr>
      </a:lvl4pPr>
      <a:lvl5pPr algn="ctr" defTabSz="457200" rtl="0">
        <a:spcBef>
          <a:spcPts val="0"/>
        </a:spcBef>
        <a:spcAft>
          <a:spcPts val="0"/>
        </a:spcAft>
        <a:defRPr sz="4400">
          <a:solidFill>
            <a:schemeClr val="tx1"/>
          </a:solidFill>
          <a:latin typeface="TradeGothic"/>
          <a:ea typeface="ＭＳ Ｐゴシック"/>
          <a:cs typeface="ＭＳ Ｐゴシック"/>
        </a:defRPr>
      </a:lvl5pPr>
      <a:lvl6pPr marL="457200" algn="ctr" defTabSz="457200" rtl="0">
        <a:spcBef>
          <a:spcPts val="0"/>
        </a:spcBef>
        <a:spcAft>
          <a:spcPts val="0"/>
        </a:spcAft>
        <a:defRPr sz="4400">
          <a:solidFill>
            <a:schemeClr val="tx1"/>
          </a:solidFill>
          <a:latin typeface="TradeGothic"/>
          <a:ea typeface="ＭＳ Ｐゴシック"/>
          <a:cs typeface="ＭＳ Ｐゴシック"/>
        </a:defRPr>
      </a:lvl6pPr>
      <a:lvl7pPr marL="914400" algn="ctr" defTabSz="457200" rtl="0">
        <a:spcBef>
          <a:spcPts val="0"/>
        </a:spcBef>
        <a:spcAft>
          <a:spcPts val="0"/>
        </a:spcAft>
        <a:defRPr sz="4400">
          <a:solidFill>
            <a:schemeClr val="tx1"/>
          </a:solidFill>
          <a:latin typeface="TradeGothic"/>
          <a:ea typeface="ＭＳ Ｐゴシック"/>
          <a:cs typeface="ＭＳ Ｐゴシック"/>
        </a:defRPr>
      </a:lvl7pPr>
      <a:lvl8pPr marL="1371600" algn="ctr" defTabSz="457200" rtl="0">
        <a:spcBef>
          <a:spcPts val="0"/>
        </a:spcBef>
        <a:spcAft>
          <a:spcPts val="0"/>
        </a:spcAft>
        <a:defRPr sz="4400">
          <a:solidFill>
            <a:schemeClr val="tx1"/>
          </a:solidFill>
          <a:latin typeface="TradeGothic"/>
          <a:ea typeface="ＭＳ Ｐゴシック"/>
          <a:cs typeface="ＭＳ Ｐゴシック"/>
        </a:defRPr>
      </a:lvl8pPr>
      <a:lvl9pPr marL="1828800" algn="ctr" defTabSz="457200" rtl="0">
        <a:spcBef>
          <a:spcPts val="0"/>
        </a:spcBef>
        <a:spcAft>
          <a:spcPts val="0"/>
        </a:spcAft>
        <a:defRPr sz="4400">
          <a:solidFill>
            <a:schemeClr val="tx1"/>
          </a:solidFill>
          <a:latin typeface="TradeGothic"/>
          <a:ea typeface="ＭＳ Ｐゴシック"/>
          <a:cs typeface="ＭＳ Ｐゴシック"/>
        </a:defRPr>
      </a:lvl9pPr>
    </p:titleStyle>
    <p:bodyStyle>
      <a:lvl1pPr marL="342900" indent="-342900" algn="l" defTabSz="457200" rtl="0">
        <a:spcBef>
          <a:spcPts val="0"/>
        </a:spcBef>
        <a:spcAft>
          <a:spcPts val="0"/>
        </a:spcAft>
        <a:buFont typeface="Arial"/>
        <a:buChar char="•"/>
        <a:defRPr sz="3200">
          <a:solidFill>
            <a:schemeClr val="tx1"/>
          </a:solidFill>
          <a:latin typeface="TradeGothic"/>
          <a:ea typeface="ＭＳ Ｐゴシック"/>
          <a:cs typeface="ＭＳ Ｐゴシック"/>
        </a:defRPr>
      </a:lvl1pPr>
      <a:lvl2pPr marL="742950" indent="-285750" algn="l" defTabSz="457200" rtl="0">
        <a:spcBef>
          <a:spcPts val="0"/>
        </a:spcBef>
        <a:spcAft>
          <a:spcPts val="0"/>
        </a:spcAft>
        <a:buFont typeface="Arial"/>
        <a:buChar char="–"/>
        <a:defRPr sz="2800">
          <a:solidFill>
            <a:schemeClr val="tx1"/>
          </a:solidFill>
          <a:latin typeface="TradeGothic"/>
          <a:ea typeface="ＭＳ Ｐゴシック"/>
          <a:cs typeface="+mn-cs"/>
        </a:defRPr>
      </a:lvl2pPr>
      <a:lvl3pPr marL="1143000" indent="-228600" algn="l" defTabSz="457200" rtl="0">
        <a:spcBef>
          <a:spcPts val="0"/>
        </a:spcBef>
        <a:spcAft>
          <a:spcPts val="0"/>
        </a:spcAft>
        <a:buFont typeface="Arial"/>
        <a:buChar char="•"/>
        <a:defRPr sz="2400">
          <a:solidFill>
            <a:schemeClr val="tx1"/>
          </a:solidFill>
          <a:latin typeface="TradeGothic"/>
          <a:ea typeface="ＭＳ Ｐゴシック"/>
          <a:cs typeface="+mn-cs"/>
        </a:defRPr>
      </a:lvl3pPr>
      <a:lvl4pPr marL="1600200" indent="-228600" algn="l" defTabSz="457200" rtl="0">
        <a:spcBef>
          <a:spcPts val="0"/>
        </a:spcBef>
        <a:spcAft>
          <a:spcPts val="0"/>
        </a:spcAft>
        <a:buFont typeface="Arial"/>
        <a:buChar char="–"/>
        <a:defRPr sz="2000">
          <a:solidFill>
            <a:schemeClr val="tx1"/>
          </a:solidFill>
          <a:latin typeface="TradeGothic"/>
          <a:ea typeface="ＭＳ Ｐゴシック"/>
          <a:cs typeface="+mn-cs"/>
        </a:defRPr>
      </a:lvl4pPr>
      <a:lvl5pPr marL="2057400" indent="-228600" algn="l" defTabSz="457200" rtl="0">
        <a:spcBef>
          <a:spcPts val="0"/>
        </a:spcBef>
        <a:spcAft>
          <a:spcPts val="0"/>
        </a:spcAft>
        <a:buFont typeface="Arial"/>
        <a:buChar char="»"/>
        <a:defRPr sz="2000">
          <a:solidFill>
            <a:schemeClr val="tx1"/>
          </a:solidFill>
          <a:latin typeface="TradeGothic"/>
          <a:ea typeface="ＭＳ Ｐゴシック"/>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www.infosecurity-magazine.com/news-features/top-10-cyberattacks-of-2025/" TargetMode="External"/><Relationship Id="rId7" Type="http://schemas.openxmlformats.org/officeDocument/2006/relationships/hyperlink" Target="https://timesofindia.indiatimes.com/"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en.wikipedia.org/wiki/2025_cyberattack_on_Polish_power_grid" TargetMode="External"/><Relationship Id="rId5" Type="http://schemas.openxmlformats.org/officeDocument/2006/relationships/hyperlink" Target="https://en.wikipedia.org/wiki/2025_Paraguay_ransomware_attack" TargetMode="External"/><Relationship Id="rId10" Type="http://schemas.openxmlformats.org/officeDocument/2006/relationships/image" Target="../media/image3.png"/><Relationship Id="rId4" Type="http://schemas.openxmlformats.org/officeDocument/2006/relationships/hyperlink" Target="https://cybersecurityventures.com/blog/" TargetMode="External"/><Relationship Id="rId9"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bwMode="auto">
        <a:xfrm>
          <a:off x="0" y="0"/>
          <a:ext cx="0" cy="0"/>
          <a:chOff x="0" y="0"/>
          <a:chExt cx="0" cy="0"/>
        </a:xfrm>
      </p:grpSpPr>
      <p:sp useBgFill="1">
        <p:nvSpPr>
          <p:cNvPr id="411569760" name="Rectangle 24"/>
          <p:cNvSpPr>
            <a:spLocks noGrp="1" noRot="1" noChangeAspect="1" noMove="1" noResize="1" noEditPoints="1" noAdjustHandles="1" noChangeArrowheads="1" noChangeShapeType="1" noTextEdit="1"/>
          </p:cNvSpPr>
          <p:nvPr/>
        </p:nvSpPr>
        <p:spPr bwMode="auto">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796180557" name="Freeform: Shape 26"/>
          <p:cNvSpPr>
            <a:spLocks noGrp="1" noRot="1" noChangeAspect="1" noMove="1" noResize="1" noEditPoints="1" noAdjustHandles="1" noChangeArrowheads="1" noChangeShapeType="1" noTextEdit="1"/>
          </p:cNvSpPr>
          <p:nvPr/>
        </p:nvSpPr>
        <p:spPr bwMode="auto">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extrusionOk="0">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p>
        </p:txBody>
      </p:sp>
      <p:pic>
        <p:nvPicPr>
          <p:cNvPr id="1299628596" name="Picture 4"/>
          <p:cNvPicPr>
            <a:picLocks noChangeAspect="1"/>
          </p:cNvPicPr>
          <p:nvPr/>
        </p:nvPicPr>
        <p:blipFill rotWithShape="1">
          <a:blip r:embed="rId3"/>
          <a:stretch/>
        </p:blipFill>
        <p:spPr bwMode="auto">
          <a:xfrm>
            <a:off x="10366903" y="14293"/>
            <a:ext cx="1674456" cy="1674456"/>
          </a:xfrm>
          <a:prstGeom prst="rect">
            <a:avLst/>
          </a:prstGeom>
        </p:spPr>
      </p:pic>
      <p:sp>
        <p:nvSpPr>
          <p:cNvPr id="1596984559" name="Subtitle 3"/>
          <p:cNvSpPr>
            <a:spLocks noGrp="1"/>
          </p:cNvSpPr>
          <p:nvPr>
            <p:ph type="subTitle" idx="1"/>
          </p:nvPr>
        </p:nvSpPr>
        <p:spPr bwMode="auto">
          <a:xfrm>
            <a:off x="1245686" y="648614"/>
            <a:ext cx="8534400" cy="1752599"/>
          </a:xfrm>
        </p:spPr>
        <p:txBody>
          <a:bodyPr/>
          <a:lstStyle/>
          <a:p>
            <a:pPr>
              <a:defRPr/>
            </a:pPr>
            <a:endParaRPr lang="en-US" b="1">
              <a:solidFill>
                <a:schemeClr val="tx1"/>
              </a:solidFill>
              <a:latin typeface="Times New Roman"/>
              <a:cs typeface="Times New Roman"/>
            </a:endParaRPr>
          </a:p>
          <a:p>
            <a:pPr>
              <a:defRPr/>
            </a:pPr>
            <a:r>
              <a:rPr lang="en-US" b="1">
                <a:solidFill>
                  <a:schemeClr val="tx1"/>
                </a:solidFill>
                <a:latin typeface="Times New Roman"/>
                <a:cs typeface="Times New Roman"/>
              </a:rPr>
              <a:t>TITLE PAGE</a:t>
            </a:r>
            <a:endParaRPr lang="en-IN" b="1">
              <a:solidFill>
                <a:schemeClr val="tx1"/>
              </a:solidFill>
              <a:latin typeface="Times New Roman"/>
              <a:cs typeface="Times New Roman"/>
            </a:endParaRPr>
          </a:p>
        </p:txBody>
      </p:sp>
      <p:sp>
        <p:nvSpPr>
          <p:cNvPr id="189997293" name="Title 7"/>
          <p:cNvSpPr>
            <a:spLocks noGrp="1"/>
          </p:cNvSpPr>
          <p:nvPr>
            <p:ph type="ctrTitle"/>
          </p:nvPr>
        </p:nvSpPr>
        <p:spPr bwMode="auto">
          <a:xfrm>
            <a:off x="1393371" y="81376"/>
            <a:ext cx="7601437" cy="877077"/>
          </a:xfrm>
        </p:spPr>
        <p:txBody>
          <a:bodyPr/>
          <a:lstStyle/>
          <a:p>
            <a:pPr>
              <a:defRPr/>
            </a:pPr>
            <a:r>
              <a:rPr lang="en-US" sz="4000" b="1">
                <a:solidFill>
                  <a:schemeClr val="tx2"/>
                </a:solidFill>
                <a:latin typeface="Garamond"/>
              </a:rPr>
              <a:t>ARTEMIS HACKATHON 2026</a:t>
            </a:r>
            <a:endParaRPr lang="en-IN" sz="4000" b="1">
              <a:solidFill>
                <a:schemeClr val="tx2"/>
              </a:solidFill>
              <a:latin typeface="Garamond"/>
            </a:endParaRPr>
          </a:p>
        </p:txBody>
      </p:sp>
      <p:sp>
        <p:nvSpPr>
          <p:cNvPr id="1825810632" name="TextBox 9"/>
          <p:cNvSpPr txBox="1"/>
          <p:nvPr/>
        </p:nvSpPr>
        <p:spPr bwMode="auto">
          <a:xfrm>
            <a:off x="331284" y="2076448"/>
            <a:ext cx="10984779" cy="3292199"/>
          </a:xfrm>
          <a:prstGeom prst="rect">
            <a:avLst/>
          </a:prstGeom>
          <a:noFill/>
        </p:spPr>
        <p:txBody>
          <a:bodyPr wrap="square" rtlCol="0">
            <a:spAutoFit/>
          </a:bodyPr>
          <a:lstStyle/>
          <a:p>
            <a:pPr>
              <a:defRPr/>
            </a:pPr>
            <a:endParaRPr lang="en-US" dirty="0"/>
          </a:p>
          <a:p>
            <a:pPr marL="285750" indent="-285750" algn="just">
              <a:lnSpc>
                <a:spcPct val="200000"/>
              </a:lnSpc>
              <a:buFont typeface="Arial"/>
              <a:buChar char="•"/>
              <a:defRPr/>
            </a:pPr>
            <a:r>
              <a:rPr lang="en-US" sz="2400" b="1" dirty="0">
                <a:latin typeface="Arial"/>
                <a:cs typeface="Arial"/>
              </a:rPr>
              <a:t>Problem Statement No –</a:t>
            </a:r>
            <a:r>
              <a:rPr lang="en-IN" sz="2400" b="1" dirty="0">
                <a:latin typeface="Arial"/>
                <a:cs typeface="Arial"/>
              </a:rPr>
              <a:t>2</a:t>
            </a:r>
            <a:endParaRPr dirty="0"/>
          </a:p>
          <a:p>
            <a:pPr marL="285750" indent="-285750" algn="l">
              <a:lnSpc>
                <a:spcPct val="200000"/>
              </a:lnSpc>
              <a:buFont typeface="Arial"/>
              <a:buChar char="•"/>
              <a:defRPr/>
            </a:pPr>
            <a:r>
              <a:rPr lang="en-US" sz="2400" b="1" dirty="0">
                <a:latin typeface="Arial"/>
                <a:cs typeface="Arial"/>
              </a:rPr>
              <a:t>Problem</a:t>
            </a:r>
            <a:r>
              <a:rPr lang="en-IN" sz="2400" b="1" dirty="0">
                <a:latin typeface="Arial"/>
                <a:cs typeface="Arial"/>
              </a:rPr>
              <a:t> </a:t>
            </a:r>
            <a:r>
              <a:rPr lang="en-US" sz="2400" b="1" dirty="0">
                <a:latin typeface="Arial"/>
                <a:cs typeface="Arial"/>
              </a:rPr>
              <a:t>Statement Title-</a:t>
            </a:r>
            <a:r>
              <a:rPr lang="en-IN" sz="2400" b="1" dirty="0">
                <a:latin typeface="Arial"/>
                <a:cs typeface="Arial"/>
              </a:rPr>
              <a:t> </a:t>
            </a:r>
            <a:r>
              <a:rPr sz="2400" b="0" i="0" u="none" dirty="0">
                <a:solidFill>
                  <a:srgbClr val="000000"/>
                </a:solidFill>
                <a:latin typeface="Arial"/>
                <a:ea typeface="Arial"/>
                <a:cs typeface="Arial"/>
              </a:rPr>
              <a:t>Smarter </a:t>
            </a:r>
            <a:r>
              <a:rPr sz="2400" b="0" i="0" u="none" dirty="0" err="1">
                <a:solidFill>
                  <a:srgbClr val="000000"/>
                </a:solidFill>
                <a:latin typeface="Arial"/>
                <a:ea typeface="Arial"/>
                <a:cs typeface="Arial"/>
              </a:rPr>
              <a:t>Defence</a:t>
            </a:r>
            <a:r>
              <a:rPr sz="2400" b="0" i="0" u="none" dirty="0">
                <a:solidFill>
                  <a:srgbClr val="000000"/>
                </a:solidFill>
                <a:latin typeface="Arial"/>
                <a:ea typeface="Arial"/>
                <a:cs typeface="Arial"/>
              </a:rPr>
              <a:t> Through Innovation</a:t>
            </a:r>
            <a:endParaRPr sz="2400" b="1" dirty="0">
              <a:latin typeface="Arial"/>
              <a:cs typeface="Arial"/>
            </a:endParaRPr>
          </a:p>
          <a:p>
            <a:pPr marL="285750" indent="-285750" algn="just">
              <a:lnSpc>
                <a:spcPct val="200000"/>
              </a:lnSpc>
              <a:buFont typeface="Arial"/>
              <a:buChar char="•"/>
              <a:defRPr/>
            </a:pPr>
            <a:r>
              <a:rPr lang="en-US" sz="2400" b="1" dirty="0">
                <a:latin typeface="Arial"/>
                <a:cs typeface="Arial"/>
              </a:rPr>
              <a:t>PS Category- </a:t>
            </a:r>
            <a:r>
              <a:rPr lang="en-US" sz="2400" b="0" dirty="0">
                <a:latin typeface="Arial"/>
                <a:cs typeface="Arial"/>
              </a:rPr>
              <a:t>Software</a:t>
            </a:r>
            <a:endParaRPr sz="2400" b="0" dirty="0">
              <a:latin typeface="Arial"/>
              <a:cs typeface="Arial"/>
            </a:endParaRPr>
          </a:p>
          <a:p>
            <a:pPr marL="285750" indent="-285750" algn="just">
              <a:lnSpc>
                <a:spcPct val="200000"/>
              </a:lnSpc>
              <a:buFont typeface="Arial"/>
              <a:buChar char="•"/>
              <a:defRPr/>
            </a:pPr>
            <a:r>
              <a:rPr lang="en-US" sz="2400" b="1" dirty="0">
                <a:latin typeface="Arial"/>
                <a:cs typeface="Arial"/>
              </a:rPr>
              <a:t>Team Name - </a:t>
            </a:r>
            <a:r>
              <a:rPr lang="en-IN" sz="2400" dirty="0" err="1">
                <a:latin typeface="Arial"/>
                <a:cs typeface="Arial"/>
              </a:rPr>
              <a:t>C</a:t>
            </a:r>
            <a:r>
              <a:rPr lang="en-IN" sz="2400" b="0" dirty="0" err="1">
                <a:latin typeface="Arial"/>
                <a:cs typeface="Arial"/>
              </a:rPr>
              <a:t>ybbies</a:t>
            </a:r>
            <a:endParaRPr lang="en-IN" sz="2400" b="1" dirty="0">
              <a:latin typeface="Arial"/>
              <a:cs typeface="Arial"/>
            </a:endParaRPr>
          </a:p>
        </p:txBody>
      </p:sp>
      <p:pic>
        <p:nvPicPr>
          <p:cNvPr id="81556354" name="Picture 10" descr="eatm logo.png"/>
          <p:cNvPicPr>
            <a:picLocks noChangeAspect="1"/>
          </p:cNvPicPr>
          <p:nvPr/>
        </p:nvPicPr>
        <p:blipFill rotWithShape="1">
          <a:blip r:embed="rId4"/>
          <a:stretch/>
        </p:blipFill>
        <p:spPr bwMode="auto">
          <a:xfrm>
            <a:off x="172384" y="81376"/>
            <a:ext cx="1095495" cy="1028967"/>
          </a:xfrm>
          <a:prstGeom prst="rect">
            <a:avLst/>
          </a:prstGeom>
        </p:spPr>
      </p:pic>
      <p:pic>
        <p:nvPicPr>
          <p:cNvPr id="1722928836" name="Picture 13" descr="EFusionx.png"/>
          <p:cNvPicPr>
            <a:picLocks noChangeAspect="1"/>
          </p:cNvPicPr>
          <p:nvPr/>
        </p:nvPicPr>
        <p:blipFill rotWithShape="1">
          <a:blip r:embed="rId5"/>
          <a:stretch/>
        </p:blipFill>
        <p:spPr bwMode="auto">
          <a:xfrm>
            <a:off x="9063057" y="203043"/>
            <a:ext cx="1303845" cy="111257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07303878"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a:spcBef>
                <a:spcPts val="0"/>
              </a:spcBef>
              <a:spcAft>
                <a:spcPts val="0"/>
              </a:spcAft>
              <a:defRPr/>
            </a:pPr>
            <a:endParaRPr lang="en-US">
              <a:solidFill>
                <a:schemeClr val="accent2">
                  <a:lumMod val="75000"/>
                </a:schemeClr>
              </a:solidFill>
              <a:latin typeface="+mn-lt"/>
              <a:ea typeface="+mn-ea"/>
            </a:endParaRPr>
          </a:p>
        </p:txBody>
      </p:sp>
      <p:sp>
        <p:nvSpPr>
          <p:cNvPr id="1763622929" name="Title 1"/>
          <p:cNvSpPr>
            <a:spLocks noGrp="1"/>
          </p:cNvSpPr>
          <p:nvPr>
            <p:ph type="title"/>
          </p:nvPr>
        </p:nvSpPr>
        <p:spPr bwMode="auto">
          <a:xfrm>
            <a:off x="2286000" y="0"/>
            <a:ext cx="6451600" cy="954578"/>
          </a:xfrm>
        </p:spPr>
        <p:txBody>
          <a:bodyPr/>
          <a:lstStyle/>
          <a:p>
            <a:pPr>
              <a:defRPr/>
            </a:pPr>
            <a:r>
              <a:rPr lang="en-US" sz="3600" b="1"/>
              <a:t>PROBLEM STATEMENT</a:t>
            </a:r>
            <a:endParaRPr lang="en-US" sz="3600" b="1">
              <a:latin typeface="Times New Roman"/>
              <a:ea typeface="ＭＳ Ｐゴシック"/>
              <a:cs typeface="Times New Roman"/>
            </a:endParaRPr>
          </a:p>
        </p:txBody>
      </p:sp>
      <p:sp>
        <p:nvSpPr>
          <p:cNvPr id="824905570" name="TextBox 8"/>
          <p:cNvSpPr txBox="1">
            <a:spLocks noChangeArrowheads="1"/>
          </p:cNvSpPr>
          <p:nvPr/>
        </p:nvSpPr>
        <p:spPr bwMode="auto">
          <a:xfrm>
            <a:off x="172383" y="1595194"/>
            <a:ext cx="11586000" cy="4607351"/>
          </a:xfrm>
          <a:prstGeom prst="rect">
            <a:avLst/>
          </a:prstGeom>
          <a:noFill/>
          <a:ln w="9525">
            <a:noFill/>
            <a:miter lim="800000"/>
            <a:headEnd/>
            <a:tailEnd/>
          </a:ln>
        </p:spPr>
        <p:txBody>
          <a:bodyPr wrap="square">
            <a:spAutoFit/>
          </a:bodyPr>
          <a:lstStyle/>
          <a:p>
            <a:pPr>
              <a:defRPr/>
            </a:pPr>
            <a:r>
              <a:rPr lang="en-IN" sz="1800"/>
              <a:t>1.</a:t>
            </a:r>
            <a:r>
              <a:rPr sz="1800" b="1" i="0" u="none">
                <a:solidFill>
                  <a:srgbClr val="000000"/>
                </a:solidFill>
                <a:latin typeface="Times New Roman"/>
                <a:ea typeface="Times New Roman"/>
                <a:cs typeface="Times New Roman"/>
              </a:rPr>
              <a:t> Problem Description </a:t>
            </a:r>
            <a:endParaRPr sz="1800"/>
          </a:p>
          <a:p>
            <a:pPr>
              <a:defRPr/>
            </a:pPr>
            <a:r>
              <a:rPr sz="1400" b="0" i="0" u="none">
                <a:solidFill>
                  <a:srgbClr val="000000"/>
                </a:solidFill>
                <a:latin typeface="Times New Roman"/>
                <a:ea typeface="Times New Roman"/>
                <a:cs typeface="Times New Roman"/>
              </a:rPr>
              <a:t>Today, many harmful and risky interactions happen online and in digital communication. These include cyber threats, fake messages, suspicious activities, and harmful content. Most systems either detect too late or invade user privacy too much. We need smart tools that can detect danger early, protect people, and still respect privacy.</a:t>
            </a:r>
            <a:endParaRPr sz="2000"/>
          </a:p>
          <a:p>
            <a:pPr>
              <a:defRPr/>
            </a:pPr>
            <a:r>
              <a:rPr lang="en-IN" sz="1800"/>
              <a:t>2.</a:t>
            </a:r>
            <a:r>
              <a:rPr sz="1800" b="1" i="0" u="none">
                <a:solidFill>
                  <a:srgbClr val="000000"/>
                </a:solidFill>
                <a:latin typeface="Times New Roman"/>
                <a:ea typeface="Times New Roman"/>
                <a:cs typeface="Times New Roman"/>
              </a:rPr>
              <a:t>Who Faces This Problem?</a:t>
            </a:r>
            <a:endParaRPr sz="1800"/>
          </a:p>
          <a:p>
            <a:pPr>
              <a:defRPr/>
            </a:pPr>
            <a:r>
              <a:rPr lang="en-IN" sz="1200" b="0" i="0" u="none">
                <a:solidFill>
                  <a:srgbClr val="000000"/>
                </a:solidFill>
                <a:latin typeface="Times New Roman"/>
                <a:ea typeface="Times New Roman"/>
                <a:cs typeface="Times New Roman"/>
              </a:rPr>
              <a:t>.</a:t>
            </a:r>
            <a:r>
              <a:rPr sz="1400" b="0" i="0" u="none">
                <a:solidFill>
                  <a:srgbClr val="000000"/>
                </a:solidFill>
                <a:latin typeface="Times New Roman"/>
                <a:ea typeface="Times New Roman"/>
                <a:cs typeface="Times New Roman"/>
              </a:rPr>
              <a:t>Defence and military organizations</a:t>
            </a:r>
            <a:endParaRPr sz="2000"/>
          </a:p>
          <a:p>
            <a:pPr>
              <a:defRPr/>
            </a:pPr>
            <a:r>
              <a:rPr sz="1400" b="0" i="0" u="none">
                <a:solidFill>
                  <a:srgbClr val="000000"/>
                </a:solidFill>
                <a:latin typeface="Times New Roman"/>
                <a:ea typeface="Times New Roman"/>
                <a:cs typeface="Times New Roman"/>
              </a:rPr>
              <a:t>Government agencies</a:t>
            </a:r>
            <a:endParaRPr sz="2000"/>
          </a:p>
          <a:p>
            <a:pPr>
              <a:defRPr/>
            </a:pPr>
            <a:r>
              <a:rPr sz="1400" b="0" i="0" u="none">
                <a:solidFill>
                  <a:srgbClr val="000000"/>
                </a:solidFill>
                <a:latin typeface="Times New Roman"/>
                <a:ea typeface="Times New Roman"/>
                <a:cs typeface="Times New Roman"/>
              </a:rPr>
              <a:t>Cybersecurity teams</a:t>
            </a:r>
            <a:endParaRPr sz="2000"/>
          </a:p>
          <a:p>
            <a:pPr>
              <a:defRPr/>
            </a:pPr>
            <a:r>
              <a:rPr sz="1400" b="0" i="0" u="none">
                <a:solidFill>
                  <a:srgbClr val="000000"/>
                </a:solidFill>
                <a:latin typeface="Times New Roman"/>
                <a:ea typeface="Times New Roman"/>
                <a:cs typeface="Times New Roman"/>
              </a:rPr>
              <a:t>Social media platforms</a:t>
            </a:r>
            <a:endParaRPr sz="2000"/>
          </a:p>
          <a:p>
            <a:pPr>
              <a:defRPr/>
            </a:pPr>
            <a:r>
              <a:rPr sz="1400" b="0" i="0" u="none">
                <a:solidFill>
                  <a:srgbClr val="000000"/>
                </a:solidFill>
                <a:latin typeface="Times New Roman"/>
                <a:ea typeface="Times New Roman"/>
                <a:cs typeface="Times New Roman"/>
              </a:rPr>
              <a:t>Companies and organizations</a:t>
            </a:r>
            <a:endParaRPr sz="2000"/>
          </a:p>
          <a:p>
            <a:pPr>
              <a:defRPr/>
            </a:pPr>
            <a:r>
              <a:rPr sz="1400" b="0" i="0" u="none">
                <a:solidFill>
                  <a:srgbClr val="000000"/>
                </a:solidFill>
                <a:latin typeface="Times New Roman"/>
                <a:ea typeface="Times New Roman"/>
                <a:cs typeface="Times New Roman"/>
              </a:rPr>
              <a:t>Common people using internet and digital platforms</a:t>
            </a:r>
            <a:endParaRPr lang="en-IN" sz="1800"/>
          </a:p>
          <a:p>
            <a:pPr>
              <a:defRPr/>
            </a:pPr>
            <a:r>
              <a:rPr lang="en-IN" sz="1800"/>
              <a:t>3.</a:t>
            </a:r>
            <a:r>
              <a:rPr sz="1800" b="1" i="0" u="none">
                <a:solidFill>
                  <a:srgbClr val="000000"/>
                </a:solidFill>
                <a:latin typeface="Times New Roman"/>
                <a:ea typeface="Times New Roman"/>
                <a:cs typeface="Times New Roman"/>
              </a:rPr>
              <a:t> Current Challenges</a:t>
            </a:r>
            <a:endParaRPr sz="1800"/>
          </a:p>
          <a:p>
            <a:pPr>
              <a:defRPr/>
            </a:pPr>
            <a:r>
              <a:rPr sz="1400" b="0" i="0" u="none">
                <a:solidFill>
                  <a:srgbClr val="000000"/>
                </a:solidFill>
                <a:latin typeface="Times New Roman"/>
                <a:ea typeface="Times New Roman"/>
                <a:cs typeface="Times New Roman"/>
              </a:rPr>
              <a:t>Difficult to detect threats in real-time</a:t>
            </a:r>
            <a:endParaRPr sz="2000"/>
          </a:p>
          <a:p>
            <a:pPr>
              <a:defRPr/>
            </a:pPr>
            <a:r>
              <a:rPr sz="1400" b="0" i="0" u="none">
                <a:solidFill>
                  <a:srgbClr val="000000"/>
                </a:solidFill>
                <a:latin typeface="Times New Roman"/>
                <a:ea typeface="Times New Roman"/>
                <a:cs typeface="Times New Roman"/>
              </a:rPr>
              <a:t>Too much data to monitor manually</a:t>
            </a:r>
            <a:endParaRPr sz="2000"/>
          </a:p>
          <a:p>
            <a:pPr>
              <a:defRPr/>
            </a:pPr>
            <a:r>
              <a:rPr sz="1400" b="0" i="0" u="none">
                <a:solidFill>
                  <a:srgbClr val="000000"/>
                </a:solidFill>
                <a:latin typeface="Times New Roman"/>
                <a:ea typeface="Times New Roman"/>
                <a:cs typeface="Times New Roman"/>
              </a:rPr>
              <a:t>Risk of privacy violation</a:t>
            </a:r>
            <a:endParaRPr sz="2000"/>
          </a:p>
          <a:p>
            <a:pPr>
              <a:defRPr/>
            </a:pPr>
            <a:r>
              <a:rPr sz="1400" b="0" i="0" u="none">
                <a:solidFill>
                  <a:srgbClr val="000000"/>
                </a:solidFill>
                <a:latin typeface="Times New Roman"/>
                <a:ea typeface="Times New Roman"/>
                <a:cs typeface="Times New Roman"/>
              </a:rPr>
              <a:t>Many false alerts (false positives)</a:t>
            </a:r>
            <a:endParaRPr sz="2000"/>
          </a:p>
          <a:p>
            <a:pPr>
              <a:defRPr/>
            </a:pPr>
            <a:r>
              <a:rPr sz="1400" b="0" i="0" u="none">
                <a:solidFill>
                  <a:srgbClr val="000000"/>
                </a:solidFill>
                <a:latin typeface="Times New Roman"/>
                <a:ea typeface="Times New Roman"/>
                <a:cs typeface="Times New Roman"/>
              </a:rPr>
              <a:t>Lack of smart and automated systems</a:t>
            </a:r>
            <a:endParaRPr sz="2000"/>
          </a:p>
          <a:p>
            <a:pPr>
              <a:defRPr/>
            </a:pPr>
            <a:r>
              <a:rPr sz="1400" b="0" i="0" u="none">
                <a:solidFill>
                  <a:srgbClr val="000000"/>
                </a:solidFill>
                <a:latin typeface="Times New Roman"/>
                <a:ea typeface="Times New Roman"/>
                <a:cs typeface="Times New Roman"/>
              </a:rPr>
              <a:t>Attackers use advanced techniques to hide harmful activity</a:t>
            </a:r>
            <a:endParaRPr lang="en-IN" sz="1800"/>
          </a:p>
          <a:p>
            <a:pPr>
              <a:defRPr/>
            </a:pPr>
            <a:r>
              <a:rPr lang="en-IN" sz="1800"/>
              <a:t>4.</a:t>
            </a:r>
            <a:r>
              <a:rPr sz="1800" b="1" i="0" u="none">
                <a:solidFill>
                  <a:srgbClr val="000000"/>
                </a:solidFill>
                <a:latin typeface="Times New Roman"/>
                <a:ea typeface="Times New Roman"/>
                <a:cs typeface="Times New Roman"/>
              </a:rPr>
              <a:t> Real-World Relevance</a:t>
            </a:r>
            <a:endParaRPr sz="1800"/>
          </a:p>
          <a:p>
            <a:pPr>
              <a:defRPr/>
            </a:pPr>
            <a:r>
              <a:rPr sz="1200" b="1" i="0" u="none">
                <a:solidFill>
                  <a:srgbClr val="000000"/>
                </a:solidFill>
                <a:latin typeface="Times New Roman"/>
                <a:ea typeface="Times New Roman"/>
                <a:cs typeface="Times New Roman"/>
              </a:rPr>
              <a:t>Security</a:t>
            </a:r>
            <a:endParaRPr sz="1800"/>
          </a:p>
        </p:txBody>
      </p:sp>
      <p:sp>
        <p:nvSpPr>
          <p:cNvPr id="264403021" name="Slide Number Placeholder 5"/>
          <p:cNvSpPr>
            <a:spLocks noGrp="1"/>
          </p:cNvSpPr>
          <p:nvPr>
            <p:ph type="sldNum" sz="quarter" idx="12"/>
          </p:nvPr>
        </p:nvSpPr>
        <p:spPr bwMode="auto"/>
        <p:txBody>
          <a:bodyPr/>
          <a:lstStyle/>
          <a:p>
            <a:pPr>
              <a:defRPr/>
            </a:pPr>
            <a:fld id="{677C3CE7-23F7-4828-823C-E0205DF2CF97}" type="slidenum">
              <a:rPr lang="en-US" b="1">
                <a:solidFill>
                  <a:schemeClr val="bg1"/>
                </a:solidFill>
              </a:rPr>
              <a:t>2</a:t>
            </a:fld>
            <a:endParaRPr lang="en-US" b="1">
              <a:solidFill>
                <a:schemeClr val="bg1"/>
              </a:solidFill>
            </a:endParaRPr>
          </a:p>
        </p:txBody>
      </p:sp>
      <p:pic>
        <p:nvPicPr>
          <p:cNvPr id="1892749232" name="Picture 11" descr="eatm logo.png"/>
          <p:cNvPicPr>
            <a:picLocks noChangeAspect="1"/>
          </p:cNvPicPr>
          <p:nvPr/>
        </p:nvPicPr>
        <p:blipFill rotWithShape="1">
          <a:blip r:embed="rId3"/>
          <a:stretch/>
        </p:blipFill>
        <p:spPr bwMode="auto">
          <a:xfrm>
            <a:off x="172384" y="81376"/>
            <a:ext cx="1095495" cy="1028967"/>
          </a:xfrm>
          <a:prstGeom prst="rect">
            <a:avLst/>
          </a:prstGeom>
        </p:spPr>
      </p:pic>
      <p:pic>
        <p:nvPicPr>
          <p:cNvPr id="1595137813" name="Picture 12"/>
          <p:cNvPicPr>
            <a:picLocks noChangeAspect="1"/>
          </p:cNvPicPr>
          <p:nvPr/>
        </p:nvPicPr>
        <p:blipFill rotWithShape="1">
          <a:blip r:embed="rId4"/>
          <a:stretch/>
        </p:blipFill>
        <p:spPr bwMode="auto">
          <a:xfrm>
            <a:off x="10366903" y="14293"/>
            <a:ext cx="1674456" cy="1674456"/>
          </a:xfrm>
          <a:prstGeom prst="rect">
            <a:avLst/>
          </a:prstGeom>
        </p:spPr>
      </p:pic>
      <p:pic>
        <p:nvPicPr>
          <p:cNvPr id="1137755732" name="Picture 13" descr="EFusionx.png"/>
          <p:cNvPicPr>
            <a:picLocks noChangeAspect="1"/>
          </p:cNvPicPr>
          <p:nvPr/>
        </p:nvPicPr>
        <p:blipFill rotWithShape="1">
          <a:blip r:embed="rId5"/>
          <a:stretch/>
        </p:blipFill>
        <p:spPr bwMode="auto">
          <a:xfrm>
            <a:off x="9095863" y="203044"/>
            <a:ext cx="1271040" cy="10845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2901655"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a:spcBef>
                <a:spcPts val="0"/>
              </a:spcBef>
              <a:spcAft>
                <a:spcPts val="0"/>
              </a:spcAft>
              <a:defRPr/>
            </a:pPr>
            <a:endParaRPr lang="en-US">
              <a:solidFill>
                <a:schemeClr val="accent2">
                  <a:lumMod val="75000"/>
                </a:schemeClr>
              </a:solidFill>
              <a:latin typeface="+mn-lt"/>
              <a:ea typeface="+mn-ea"/>
            </a:endParaRPr>
          </a:p>
        </p:txBody>
      </p:sp>
      <p:sp>
        <p:nvSpPr>
          <p:cNvPr id="933173872" name="Title 1"/>
          <p:cNvSpPr>
            <a:spLocks noGrp="1"/>
          </p:cNvSpPr>
          <p:nvPr>
            <p:ph type="title"/>
          </p:nvPr>
        </p:nvSpPr>
        <p:spPr bwMode="auto">
          <a:xfrm>
            <a:off x="1267879" y="0"/>
            <a:ext cx="7827984" cy="954578"/>
          </a:xfrm>
        </p:spPr>
        <p:txBody>
          <a:bodyPr/>
          <a:lstStyle/>
          <a:p>
            <a:pPr>
              <a:defRPr/>
            </a:pPr>
            <a:r>
              <a:rPr lang="en-US" sz="3600" b="1"/>
              <a:t>PROPOSED SOLUTION </a:t>
            </a:r>
            <a:endParaRPr lang="en-US" sz="3600" b="1">
              <a:latin typeface="Times New Roman"/>
              <a:ea typeface="ＭＳ Ｐゴシック"/>
              <a:cs typeface="Times New Roman"/>
            </a:endParaRPr>
          </a:p>
        </p:txBody>
      </p:sp>
      <p:sp>
        <p:nvSpPr>
          <p:cNvPr id="452302163" name="TextBox 8"/>
          <p:cNvSpPr txBox="1">
            <a:spLocks noChangeArrowheads="1"/>
          </p:cNvSpPr>
          <p:nvPr/>
        </p:nvSpPr>
        <p:spPr bwMode="auto">
          <a:xfrm>
            <a:off x="601540" y="2238894"/>
            <a:ext cx="7986334" cy="2012039"/>
          </a:xfrm>
          <a:prstGeom prst="rect">
            <a:avLst/>
          </a:prstGeom>
          <a:noFill/>
          <a:ln w="9525">
            <a:noFill/>
            <a:miter lim="800000"/>
            <a:headEnd/>
            <a:tailEnd/>
          </a:ln>
        </p:spPr>
        <p:txBody>
          <a:bodyPr wrap="square">
            <a:spAutoFit/>
          </a:bodyPr>
          <a:lstStyle/>
          <a:p>
            <a:pPr>
              <a:defRPr/>
            </a:pPr>
            <a:r>
              <a:rPr lang="en-IN" sz="1800" b="0" i="0" u="none" strike="noStrike" cap="none" spc="0" dirty="0" err="1">
                <a:solidFill>
                  <a:srgbClr val="000000"/>
                </a:solidFill>
                <a:latin typeface="Times New Roman"/>
                <a:ea typeface="Times New Roman"/>
                <a:cs typeface="Times New Roman"/>
              </a:rPr>
              <a:t>AegiAI</a:t>
            </a:r>
            <a:r>
              <a:rPr lang="en-IN" sz="1800" b="0" i="0" u="none" strike="noStrike" cap="none" spc="0" dirty="0">
                <a:solidFill>
                  <a:srgbClr val="000000"/>
                </a:solidFill>
                <a:latin typeface="Times New Roman"/>
                <a:ea typeface="Times New Roman"/>
                <a:cs typeface="Times New Roman"/>
              </a:rPr>
              <a:t> </a:t>
            </a:r>
            <a:r>
              <a:rPr lang="en-US" sz="1800" b="0" i="0" u="none" strike="noStrike" cap="none" spc="0" dirty="0">
                <a:solidFill>
                  <a:srgbClr val="000000"/>
                </a:solidFill>
                <a:latin typeface="Times New Roman"/>
                <a:ea typeface="Times New Roman"/>
                <a:cs typeface="Times New Roman"/>
              </a:rPr>
              <a:t>is an AI-powered security system designed to detect risky interactions and harmful digital content in real time while maintaining user privacy. It uses smart technologies like NLP, anomaly detection, and risk scoring to identify suspicious patterns without excessive surveillance. The system follows a simple process—Monitor, Detect, Alert, and Protect—providing actionable insights through a secure dashboard. This ensures early threat detection, faster response, and a safer digital environment for organizations and individuals.</a:t>
            </a:r>
            <a:endParaRPr sz="2400" b="0" dirty="0"/>
          </a:p>
        </p:txBody>
      </p:sp>
      <p:sp>
        <p:nvSpPr>
          <p:cNvPr id="587396027" name="Slide Number Placeholder 5"/>
          <p:cNvSpPr>
            <a:spLocks noGrp="1"/>
          </p:cNvSpPr>
          <p:nvPr>
            <p:ph type="sldNum" sz="quarter" idx="12"/>
          </p:nvPr>
        </p:nvSpPr>
        <p:spPr bwMode="auto"/>
        <p:txBody>
          <a:bodyPr/>
          <a:lstStyle/>
          <a:p>
            <a:pPr>
              <a:defRPr/>
            </a:pPr>
            <a:fld id="{677C3CE7-23F7-4828-823C-E0205DF2CF97}" type="slidenum">
              <a:rPr lang="en-US" b="1">
                <a:solidFill>
                  <a:schemeClr val="bg1"/>
                </a:solidFill>
              </a:rPr>
              <a:t>3</a:t>
            </a:fld>
            <a:endParaRPr lang="en-US" b="1">
              <a:solidFill>
                <a:schemeClr val="bg1"/>
              </a:solidFill>
            </a:endParaRPr>
          </a:p>
        </p:txBody>
      </p:sp>
      <p:pic>
        <p:nvPicPr>
          <p:cNvPr id="1268947676" name="Picture 11" descr="eatm logo.png"/>
          <p:cNvPicPr>
            <a:picLocks noChangeAspect="1"/>
          </p:cNvPicPr>
          <p:nvPr/>
        </p:nvPicPr>
        <p:blipFill rotWithShape="1">
          <a:blip r:embed="rId3"/>
          <a:stretch/>
        </p:blipFill>
        <p:spPr bwMode="auto">
          <a:xfrm>
            <a:off x="172384" y="81376"/>
            <a:ext cx="1095495" cy="1028967"/>
          </a:xfrm>
          <a:prstGeom prst="rect">
            <a:avLst/>
          </a:prstGeom>
        </p:spPr>
      </p:pic>
      <p:pic>
        <p:nvPicPr>
          <p:cNvPr id="962260134" name="Picture 12"/>
          <p:cNvPicPr>
            <a:picLocks noChangeAspect="1"/>
          </p:cNvPicPr>
          <p:nvPr/>
        </p:nvPicPr>
        <p:blipFill rotWithShape="1">
          <a:blip r:embed="rId4"/>
          <a:stretch/>
        </p:blipFill>
        <p:spPr bwMode="auto">
          <a:xfrm>
            <a:off x="10366903" y="14293"/>
            <a:ext cx="1674456" cy="1674456"/>
          </a:xfrm>
          <a:prstGeom prst="rect">
            <a:avLst/>
          </a:prstGeom>
        </p:spPr>
      </p:pic>
      <p:pic>
        <p:nvPicPr>
          <p:cNvPr id="522303016" name="Picture 13" descr="EFusionx.png"/>
          <p:cNvPicPr>
            <a:picLocks noChangeAspect="1"/>
          </p:cNvPicPr>
          <p:nvPr/>
        </p:nvPicPr>
        <p:blipFill rotWithShape="1">
          <a:blip r:embed="rId5"/>
          <a:stretch/>
        </p:blipFill>
        <p:spPr bwMode="auto">
          <a:xfrm>
            <a:off x="9095863" y="203044"/>
            <a:ext cx="1271040" cy="10845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7687712" name="Shape 2117687712"/>
        <p:cNvGrpSpPr/>
        <p:nvPr/>
      </p:nvGrpSpPr>
      <p:grpSpPr>
        <a:xfrm>
          <a:off x="0" y="0"/>
          <a:ext cx="0" cy="0"/>
          <a:chOff x="0" y="0"/>
          <a:chExt cx="0" cy="0"/>
        </a:xfrm>
      </p:grpSpPr>
      <p:sp>
        <p:nvSpPr>
          <p:cNvPr id="2117687713" name="Google Shape;2117687713;p1"/>
          <p:cNvSpPr/>
          <p:nvPr/>
        </p:nvSpPr>
        <p:spPr>
          <a:xfrm>
            <a:off x="0" y="6354762"/>
            <a:ext cx="12192000" cy="503100"/>
          </a:xfrm>
          <a:prstGeom prst="rect">
            <a:avLst/>
          </a:prstGeom>
          <a:solidFill>
            <a:srgbClr val="0070C0"/>
          </a:solidFill>
          <a:ln>
            <a:noFill/>
          </a:ln>
          <a:effectLst>
            <a:outerShdw rotWithShape="0" dir="5400000" dist="23000">
              <a:srgbClr val="80808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953734"/>
              </a:solidFill>
              <a:latin typeface="Calibri"/>
              <a:ea typeface="Calibri"/>
              <a:cs typeface="Calibri"/>
              <a:sym typeface="Calibri"/>
            </a:endParaRPr>
          </a:p>
        </p:txBody>
      </p:sp>
      <p:sp>
        <p:nvSpPr>
          <p:cNvPr id="2117687714" name="Google Shape;2117687714;p1"/>
          <p:cNvSpPr txBox="1"/>
          <p:nvPr>
            <p:ph type="title"/>
          </p:nvPr>
        </p:nvSpPr>
        <p:spPr>
          <a:xfrm>
            <a:off x="2135157" y="-32657"/>
            <a:ext cx="67119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600">
                <a:latin typeface="Times New Roman"/>
                <a:ea typeface="Times New Roman"/>
                <a:cs typeface="Times New Roman"/>
                <a:sym typeface="Times New Roman"/>
              </a:rPr>
              <a:t>TECHNICAL APPROACH</a:t>
            </a:r>
            <a:endParaRPr/>
          </a:p>
        </p:txBody>
      </p:sp>
      <p:sp>
        <p:nvSpPr>
          <p:cNvPr id="2117687715" name="Google Shape;2117687715;p1"/>
          <p:cNvSpPr txBox="1"/>
          <p:nvPr/>
        </p:nvSpPr>
        <p:spPr>
          <a:xfrm>
            <a:off x="642804" y="2103070"/>
            <a:ext cx="4854300" cy="1766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1.AI-powered threat detection using Gemini LLM</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2.Privacy-preserving analysis with anonymized data</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3.Real-time monitoring using </a:t>
            </a:r>
            <a:r>
              <a:rPr lang="en-US" sz="1800">
                <a:solidFill>
                  <a:schemeClr val="dk1"/>
                </a:solidFill>
                <a:latin typeface="Calibri"/>
                <a:ea typeface="Calibri"/>
                <a:cs typeface="Calibri"/>
                <a:sym typeface="Calibri"/>
              </a:rPr>
              <a:t>MongoDB</a:t>
            </a:r>
            <a:r>
              <a:rPr b="0" i="0" lang="en-US" sz="1800" u="none" cap="none" strike="noStrike">
                <a:solidFill>
                  <a:schemeClr val="dk1"/>
                </a:solidFill>
                <a:latin typeface="Calibri"/>
                <a:ea typeface="Calibri"/>
                <a:cs typeface="Calibri"/>
                <a:sym typeface="Calibri"/>
              </a:rPr>
              <a:t> database</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4.Honeypot system to capture malicious behavior</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5.Risk scoring dashboard with actionable insights</a:t>
            </a:r>
            <a:endParaRPr b="0" i="0" sz="1800" u="none" cap="none" strike="noStrike">
              <a:solidFill>
                <a:schemeClr val="dk1"/>
              </a:solidFill>
              <a:latin typeface="Calibri"/>
              <a:ea typeface="Calibri"/>
              <a:cs typeface="Calibri"/>
              <a:sym typeface="Calibri"/>
            </a:endParaRPr>
          </a:p>
        </p:txBody>
      </p:sp>
      <p:sp>
        <p:nvSpPr>
          <p:cNvPr id="2117687716" name="Google Shape;2117687716;p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a:solidFill>
                  <a:schemeClr val="lt1"/>
                </a:solidFill>
              </a:rPr>
              <a:t>‹#›</a:t>
            </a:fld>
            <a:endParaRPr b="1">
              <a:solidFill>
                <a:schemeClr val="lt1"/>
              </a:solidFill>
            </a:endParaRPr>
          </a:p>
        </p:txBody>
      </p:sp>
      <p:pic>
        <p:nvPicPr>
          <p:cNvPr descr="eatm logo.png" id="2117687717" name="Google Shape;2117687717;p1"/>
          <p:cNvPicPr preferRelativeResize="0"/>
          <p:nvPr/>
        </p:nvPicPr>
        <p:blipFill rotWithShape="1">
          <a:blip r:embed="rId3">
            <a:alphaModFix/>
          </a:blip>
          <a:srcRect b="0" l="0" r="0" t="0"/>
          <a:stretch/>
        </p:blipFill>
        <p:spPr>
          <a:xfrm>
            <a:off x="172384" y="81376"/>
            <a:ext cx="1095495" cy="1028967"/>
          </a:xfrm>
          <a:prstGeom prst="rect">
            <a:avLst/>
          </a:prstGeom>
          <a:noFill/>
          <a:ln>
            <a:noFill/>
          </a:ln>
        </p:spPr>
      </p:pic>
      <p:pic>
        <p:nvPicPr>
          <p:cNvPr id="2117687718" name="Google Shape;2117687718;p1"/>
          <p:cNvPicPr preferRelativeResize="0"/>
          <p:nvPr/>
        </p:nvPicPr>
        <p:blipFill rotWithShape="1">
          <a:blip r:embed="rId4">
            <a:alphaModFix/>
          </a:blip>
          <a:srcRect b="0" l="0" r="0" t="0"/>
          <a:stretch/>
        </p:blipFill>
        <p:spPr>
          <a:xfrm>
            <a:off x="10366903" y="14293"/>
            <a:ext cx="1674455" cy="1674455"/>
          </a:xfrm>
          <a:prstGeom prst="rect">
            <a:avLst/>
          </a:prstGeom>
          <a:noFill/>
          <a:ln>
            <a:noFill/>
          </a:ln>
        </p:spPr>
      </p:pic>
      <p:pic>
        <p:nvPicPr>
          <p:cNvPr descr="EFusionx.png" id="2117687719" name="Google Shape;2117687719;p1"/>
          <p:cNvPicPr preferRelativeResize="0"/>
          <p:nvPr/>
        </p:nvPicPr>
        <p:blipFill rotWithShape="1">
          <a:blip r:embed="rId5">
            <a:alphaModFix/>
          </a:blip>
          <a:srcRect b="0" l="0" r="0" t="0"/>
          <a:stretch/>
        </p:blipFill>
        <p:spPr>
          <a:xfrm>
            <a:off x="9172405" y="203043"/>
            <a:ext cx="1194498" cy="1019268"/>
          </a:xfrm>
          <a:prstGeom prst="rect">
            <a:avLst/>
          </a:prstGeom>
          <a:noFill/>
          <a:ln>
            <a:noFill/>
          </a:ln>
        </p:spPr>
      </p:pic>
      <p:pic>
        <p:nvPicPr>
          <p:cNvPr id="2117687720" name="Google Shape;2117687720;p1"/>
          <p:cNvPicPr preferRelativeResize="0"/>
          <p:nvPr/>
        </p:nvPicPr>
        <p:blipFill rotWithShape="1">
          <a:blip r:embed="rId6">
            <a:alphaModFix/>
          </a:blip>
          <a:srcRect b="0" l="0" r="0" t="0"/>
          <a:stretch/>
        </p:blipFill>
        <p:spPr>
          <a:xfrm>
            <a:off x="5672092" y="1222309"/>
            <a:ext cx="6327568" cy="50193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04104210" name="Rectangle 9"/>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a:lnSpc>
                <a:spcPct val="100000"/>
              </a:lnSpc>
              <a:spcBef>
                <a:spcPts val="0"/>
              </a:spcBef>
              <a:spcAft>
                <a:spcPts val="0"/>
              </a:spcAft>
              <a:buClrTx/>
              <a:buSzTx/>
              <a:buFontTx/>
              <a:buNone/>
              <a:defRPr/>
            </a:pPr>
            <a:endParaRPr lang="en-US" sz="1800" b="0" i="0" u="none" strike="noStrike" cap="none" spc="0">
              <a:ln>
                <a:noFill/>
              </a:ln>
              <a:solidFill>
                <a:srgbClr val="C0504D">
                  <a:lumMod val="75000"/>
                </a:srgbClr>
              </a:solidFill>
              <a:latin typeface="Calibri"/>
              <a:ea typeface="ＭＳ Ｐゴシック"/>
              <a:cs typeface="+mn-cs"/>
            </a:endParaRPr>
          </a:p>
        </p:txBody>
      </p:sp>
      <p:sp>
        <p:nvSpPr>
          <p:cNvPr id="208578677" name="Title 1"/>
          <p:cNvSpPr>
            <a:spLocks noGrp="1"/>
          </p:cNvSpPr>
          <p:nvPr>
            <p:ph type="title"/>
          </p:nvPr>
        </p:nvSpPr>
        <p:spPr bwMode="auto">
          <a:xfrm>
            <a:off x="1659236" y="79310"/>
            <a:ext cx="7513169" cy="1143000"/>
          </a:xfrm>
        </p:spPr>
        <p:txBody>
          <a:bodyPr/>
          <a:lstStyle/>
          <a:p>
            <a:pPr>
              <a:defRPr/>
            </a:pPr>
            <a:r>
              <a:rPr lang="en-US" sz="3600" b="1">
                <a:latin typeface="Times New Roman"/>
                <a:ea typeface="ＭＳ Ｐゴシック"/>
                <a:cs typeface="Times New Roman"/>
              </a:rPr>
              <a:t>FEASIBILITY AND VIABILITY</a:t>
            </a:r>
            <a:endParaRPr/>
          </a:p>
        </p:txBody>
      </p:sp>
      <p:sp>
        <p:nvSpPr>
          <p:cNvPr id="491198900" name="TextBox 8"/>
          <p:cNvSpPr txBox="1">
            <a:spLocks noChangeArrowheads="1"/>
          </p:cNvSpPr>
          <p:nvPr/>
        </p:nvSpPr>
        <p:spPr bwMode="auto">
          <a:xfrm>
            <a:off x="557407" y="1325699"/>
            <a:ext cx="5791349" cy="3932280"/>
          </a:xfrm>
          <a:prstGeom prst="rect">
            <a:avLst/>
          </a:prstGeom>
          <a:noFill/>
          <a:ln w="9525">
            <a:noFill/>
            <a:miter lim="800000"/>
            <a:headEnd/>
            <a:tailEnd/>
          </a:ln>
        </p:spPr>
        <p:txBody>
          <a:bodyPr wrap="square">
            <a:spAutoFit/>
          </a:bodyPr>
          <a:lstStyle/>
          <a:p>
            <a:pPr>
              <a:defRPr/>
            </a:pPr>
            <a:r>
              <a:rPr lang="en-IN" b="1"/>
              <a:t>VIABILITY</a:t>
            </a:r>
            <a:r>
              <a:rPr lang="en-IN"/>
              <a:t>:</a:t>
            </a:r>
          </a:p>
          <a:p>
            <a:pPr>
              <a:defRPr/>
            </a:pPr>
            <a:r>
              <a:rPr lang="en-IN" sz="1800" b="0" i="0" u="none" strike="noStrike" cap="none" spc="0">
                <a:solidFill>
                  <a:schemeClr val="tx1"/>
                </a:solidFill>
                <a:latin typeface="Calibri"/>
                <a:ea typeface="Calibri"/>
                <a:cs typeface="Calibri"/>
              </a:rPr>
              <a:t>1.High Market Demand</a:t>
            </a:r>
            <a:r>
              <a:rPr lang="en-IN"/>
              <a:t> -</a:t>
            </a:r>
            <a:endParaRPr lang="en-IN" sz="1800" b="0" i="0" u="none" strike="noStrike" cap="none" spc="0">
              <a:solidFill>
                <a:schemeClr val="tx1"/>
              </a:solidFill>
              <a:latin typeface="Calibri"/>
              <a:cs typeface="Calibri"/>
            </a:endParaRPr>
          </a:p>
          <a:p>
            <a:pPr>
              <a:defRPr/>
            </a:pPr>
            <a:r>
              <a:rPr lang="en-IN" sz="1800" b="0" i="0" u="none" strike="noStrike" cap="none" spc="0">
                <a:solidFill>
                  <a:schemeClr val="tx1"/>
                </a:solidFill>
                <a:latin typeface="Calibri"/>
                <a:ea typeface="Calibri"/>
                <a:cs typeface="Calibri"/>
              </a:rPr>
              <a:t>Growing need for online safety, cyberbullying detection, and workplace risk monitoring.</a:t>
            </a:r>
            <a:endParaRPr lang="en-IN" sz="1800" b="0" i="0" u="none" strike="noStrike" cap="none" spc="0">
              <a:solidFill>
                <a:schemeClr val="tx1"/>
              </a:solidFill>
              <a:latin typeface="Calibri"/>
              <a:cs typeface="Calibri"/>
            </a:endParaRPr>
          </a:p>
          <a:p>
            <a:pPr>
              <a:defRPr/>
            </a:pPr>
            <a:r>
              <a:rPr lang="en-IN" sz="1800" b="0" i="0" u="none" strike="noStrike" cap="none" spc="0">
                <a:solidFill>
                  <a:schemeClr val="tx1"/>
                </a:solidFill>
                <a:latin typeface="Calibri"/>
                <a:ea typeface="Calibri"/>
                <a:cs typeface="Calibri"/>
              </a:rPr>
              <a:t>2.Strong Revenue Potential</a:t>
            </a:r>
            <a:r>
              <a:rPr lang="en-IN"/>
              <a:t> -</a:t>
            </a:r>
            <a:endParaRPr lang="en-IN" sz="1800" b="0" i="0" u="none" strike="noStrike" cap="none" spc="0">
              <a:solidFill>
                <a:schemeClr val="tx1"/>
              </a:solidFill>
              <a:latin typeface="Calibri"/>
              <a:cs typeface="Calibri"/>
            </a:endParaRPr>
          </a:p>
          <a:p>
            <a:pPr>
              <a:defRPr/>
            </a:pPr>
            <a:r>
              <a:rPr lang="en-IN" sz="1800" b="0" i="0" u="none" strike="noStrike" cap="none" spc="0">
                <a:solidFill>
                  <a:schemeClr val="tx1"/>
                </a:solidFill>
                <a:latin typeface="Calibri"/>
                <a:ea typeface="Calibri"/>
                <a:cs typeface="Calibri"/>
              </a:rPr>
              <a:t>Subscription-based SaaS model, enterprise licensing, and API monetization options.</a:t>
            </a:r>
            <a:endParaRPr lang="en-IN" sz="1800" b="0" i="0" u="none" strike="noStrike" cap="none" spc="0">
              <a:solidFill>
                <a:schemeClr val="tx1"/>
              </a:solidFill>
              <a:latin typeface="Calibri"/>
              <a:cs typeface="Calibri"/>
            </a:endParaRPr>
          </a:p>
          <a:p>
            <a:pPr>
              <a:defRPr/>
            </a:pPr>
            <a:r>
              <a:rPr lang="en-IN" sz="1800" b="0" i="0" u="none" strike="noStrike" cap="none" spc="0">
                <a:solidFill>
                  <a:schemeClr val="tx1"/>
                </a:solidFill>
                <a:latin typeface="Calibri"/>
                <a:ea typeface="Calibri"/>
                <a:cs typeface="Calibri"/>
              </a:rPr>
              <a:t>3.Clear Competitive Advantage-</a:t>
            </a:r>
            <a:endParaRPr lang="en-IN" sz="1800" b="0" i="0" u="none" strike="noStrike" cap="none" spc="0">
              <a:solidFill>
                <a:schemeClr val="tx1"/>
              </a:solidFill>
              <a:latin typeface="Calibri"/>
              <a:cs typeface="Calibri"/>
            </a:endParaRPr>
          </a:p>
          <a:p>
            <a:pPr>
              <a:defRPr/>
            </a:pPr>
            <a:r>
              <a:rPr lang="en-IN" sz="1800" b="0" i="0" u="none" strike="noStrike" cap="none" spc="0">
                <a:solidFill>
                  <a:schemeClr val="tx1"/>
                </a:solidFill>
                <a:latin typeface="Calibri"/>
                <a:ea typeface="Calibri"/>
                <a:cs typeface="Calibri"/>
              </a:rPr>
              <a:t>Differentiates from surveillance-heavy tools by focusing on insights rather than monitoring.</a:t>
            </a:r>
            <a:endParaRPr lang="en-IN" sz="1800" b="0" i="0" u="none" strike="noStrike" cap="none" spc="0">
              <a:solidFill>
                <a:schemeClr val="tx1"/>
              </a:solidFill>
              <a:latin typeface="Calibri"/>
              <a:cs typeface="Calibri"/>
            </a:endParaRPr>
          </a:p>
          <a:p>
            <a:pPr>
              <a:defRPr/>
            </a:pPr>
            <a:r>
              <a:rPr lang="en-IN" sz="1800" b="0" i="0" u="none" strike="noStrike" cap="none" spc="0">
                <a:solidFill>
                  <a:schemeClr val="tx1"/>
                </a:solidFill>
                <a:latin typeface="Calibri"/>
                <a:ea typeface="Calibri"/>
                <a:cs typeface="Calibri"/>
              </a:rPr>
              <a:t>4.Scalable Business Model-</a:t>
            </a:r>
            <a:endParaRPr lang="en-IN" sz="1800" b="0" i="0" u="none" strike="noStrike" cap="none" spc="0">
              <a:solidFill>
                <a:schemeClr val="tx1"/>
              </a:solidFill>
              <a:latin typeface="Calibri"/>
              <a:cs typeface="Calibri"/>
            </a:endParaRPr>
          </a:p>
          <a:p>
            <a:pPr>
              <a:defRPr/>
            </a:pPr>
            <a:r>
              <a:rPr lang="en-IN" sz="1800" b="0" i="0" u="none" strike="noStrike" cap="none" spc="0">
                <a:solidFill>
                  <a:schemeClr val="tx1"/>
                </a:solidFill>
                <a:latin typeface="Calibri"/>
                <a:ea typeface="Calibri"/>
                <a:cs typeface="Calibri"/>
              </a:rPr>
              <a:t>Once developed, AI systems have low marginal cost and high scalability.</a:t>
            </a:r>
            <a:endParaRPr lang="en-IN" sz="1800" b="0" i="0" u="none" strike="noStrike" cap="none" spc="0">
              <a:solidFill>
                <a:schemeClr val="tx1"/>
              </a:solidFill>
              <a:latin typeface="Calibri"/>
              <a:cs typeface="Calibri"/>
            </a:endParaRPr>
          </a:p>
          <a:p>
            <a:pPr>
              <a:defRPr/>
            </a:pPr>
            <a:endParaRPr/>
          </a:p>
        </p:txBody>
      </p:sp>
      <p:sp>
        <p:nvSpPr>
          <p:cNvPr id="1798462197" name="Slide Number Placeholder 5"/>
          <p:cNvSpPr>
            <a:spLocks noGrp="1"/>
          </p:cNvSpPr>
          <p:nvPr>
            <p:ph type="sldNum" sz="quarter" idx="12"/>
          </p:nvPr>
        </p:nvSpPr>
        <p:spPr bwMode="auto"/>
        <p:txBody>
          <a:bodyPr/>
          <a:lstStyle/>
          <a:p>
            <a:pPr marL="0" marR="0" lvl="0" indent="0" algn="r" defTabSz="457200" rtl="0">
              <a:lnSpc>
                <a:spcPct val="100000"/>
              </a:lnSpc>
              <a:spcBef>
                <a:spcPts val="0"/>
              </a:spcBef>
              <a:spcAft>
                <a:spcPts val="0"/>
              </a:spcAft>
              <a:buClrTx/>
              <a:buSzTx/>
              <a:buFontTx/>
              <a:buNone/>
              <a:defRPr/>
            </a:pPr>
            <a:fld id="{677C3CE7-23F7-4828-823C-E0205DF2CF97}" type="slidenum">
              <a:rPr lang="en-US" sz="1200" b="1" i="0" u="none" strike="noStrike" cap="none" spc="0">
                <a:ln>
                  <a:noFill/>
                </a:ln>
                <a:solidFill>
                  <a:prstClr val="white"/>
                </a:solidFill>
                <a:latin typeface="TradeGothic"/>
                <a:ea typeface="ＭＳ Ｐゴシック"/>
                <a:cs typeface="+mn-cs"/>
              </a:rPr>
              <a:t>5</a:t>
            </a:fld>
            <a:endParaRPr lang="en-US" sz="1200" b="1" i="0" u="none" strike="noStrike" cap="none" spc="0">
              <a:ln>
                <a:noFill/>
              </a:ln>
              <a:solidFill>
                <a:prstClr val="white"/>
              </a:solidFill>
              <a:latin typeface="TradeGothic"/>
              <a:ea typeface="ＭＳ Ｐゴシック"/>
              <a:cs typeface="+mn-cs"/>
            </a:endParaRPr>
          </a:p>
        </p:txBody>
      </p:sp>
      <p:pic>
        <p:nvPicPr>
          <p:cNvPr id="1198606782" name="Picture 8" descr="eatm logo.png"/>
          <p:cNvPicPr>
            <a:picLocks noChangeAspect="1"/>
          </p:cNvPicPr>
          <p:nvPr/>
        </p:nvPicPr>
        <p:blipFill rotWithShape="1">
          <a:blip r:embed="rId3"/>
          <a:stretch/>
        </p:blipFill>
        <p:spPr bwMode="auto">
          <a:xfrm>
            <a:off x="172384" y="81376"/>
            <a:ext cx="1095495" cy="1028967"/>
          </a:xfrm>
          <a:prstGeom prst="rect">
            <a:avLst/>
          </a:prstGeom>
        </p:spPr>
      </p:pic>
      <p:pic>
        <p:nvPicPr>
          <p:cNvPr id="98399927" name="Picture 10"/>
          <p:cNvPicPr>
            <a:picLocks noChangeAspect="1"/>
          </p:cNvPicPr>
          <p:nvPr/>
        </p:nvPicPr>
        <p:blipFill rotWithShape="1">
          <a:blip r:embed="rId4"/>
          <a:stretch/>
        </p:blipFill>
        <p:spPr bwMode="auto">
          <a:xfrm>
            <a:off x="10366903" y="14293"/>
            <a:ext cx="1674456" cy="1674456"/>
          </a:xfrm>
          <a:prstGeom prst="rect">
            <a:avLst/>
          </a:prstGeom>
        </p:spPr>
      </p:pic>
      <p:pic>
        <p:nvPicPr>
          <p:cNvPr id="463479107" name="Picture 12" descr="EFusionx.png"/>
          <p:cNvPicPr>
            <a:picLocks noChangeAspect="1"/>
          </p:cNvPicPr>
          <p:nvPr/>
        </p:nvPicPr>
        <p:blipFill rotWithShape="1">
          <a:blip r:embed="rId5"/>
          <a:stretch/>
        </p:blipFill>
        <p:spPr bwMode="auto">
          <a:xfrm>
            <a:off x="9172405" y="203043"/>
            <a:ext cx="1194498" cy="1019267"/>
          </a:xfrm>
          <a:prstGeom prst="rect">
            <a:avLst/>
          </a:prstGeom>
        </p:spPr>
      </p:pic>
      <p:sp>
        <p:nvSpPr>
          <p:cNvPr id="2073561160" name="TextBox 2073561159"/>
          <p:cNvSpPr txBox="1"/>
          <p:nvPr/>
        </p:nvSpPr>
        <p:spPr bwMode="auto">
          <a:xfrm>
            <a:off x="6551403" y="1325700"/>
            <a:ext cx="5259673" cy="47552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en-IN" b="1"/>
              <a:t>FEASIBILITY</a:t>
            </a:r>
            <a:r>
              <a:rPr lang="en-IN"/>
              <a:t>:</a:t>
            </a:r>
          </a:p>
          <a:p>
            <a:pPr>
              <a:defRPr/>
            </a:pPr>
            <a:r>
              <a:rPr lang="en-IN" sz="1800" b="0" i="0" u="none" strike="noStrike" cap="none" spc="0">
                <a:solidFill>
                  <a:schemeClr val="tx1"/>
                </a:solidFill>
                <a:latin typeface="Calibri"/>
                <a:ea typeface="Calibri"/>
                <a:cs typeface="Calibri"/>
              </a:rPr>
              <a:t>1.Existing AI &amp; NLP Capabilities</a:t>
            </a:r>
            <a:r>
              <a:rPr lang="en-IN"/>
              <a:t> -</a:t>
            </a:r>
            <a:endParaRPr lang="en-IN" sz="1800" b="0" i="0" u="none" strike="noStrike" cap="none" spc="0">
              <a:solidFill>
                <a:schemeClr val="tx1"/>
              </a:solidFill>
              <a:latin typeface="Calibri"/>
              <a:cs typeface="Calibri"/>
            </a:endParaRPr>
          </a:p>
          <a:p>
            <a:pPr>
              <a:defRPr/>
            </a:pPr>
            <a:r>
              <a:rPr lang="en-IN" sz="1800" b="0" i="0" u="none" strike="noStrike" cap="none" spc="0">
                <a:solidFill>
                  <a:schemeClr val="tx1"/>
                </a:solidFill>
                <a:latin typeface="Calibri"/>
                <a:ea typeface="Calibri"/>
                <a:cs typeface="Calibri"/>
              </a:rPr>
              <a:t>Current Natural Language Processing and Machine Learning models can already detect harmful, abusive, or risky content.</a:t>
            </a:r>
            <a:endParaRPr lang="en-IN" sz="1800" b="0" i="0" u="none" strike="noStrike" cap="none" spc="0">
              <a:solidFill>
                <a:schemeClr val="tx1"/>
              </a:solidFill>
              <a:latin typeface="Calibri"/>
              <a:cs typeface="Calibri"/>
            </a:endParaRPr>
          </a:p>
          <a:p>
            <a:pPr>
              <a:defRPr/>
            </a:pPr>
            <a:r>
              <a:rPr lang="en-IN" sz="1800" b="0" i="0" u="none" strike="noStrike" cap="none" spc="0">
                <a:solidFill>
                  <a:schemeClr val="tx1"/>
                </a:solidFill>
                <a:latin typeface="Calibri"/>
                <a:ea typeface="Calibri"/>
                <a:cs typeface="Calibri"/>
              </a:rPr>
              <a:t>2.On-Device &amp; Privacy-Preserving Technologies -</a:t>
            </a:r>
            <a:endParaRPr lang="en-IN" sz="1800" b="0" i="0" u="none" strike="noStrike" cap="none" spc="0">
              <a:solidFill>
                <a:schemeClr val="tx1"/>
              </a:solidFill>
              <a:latin typeface="Calibri"/>
              <a:cs typeface="Calibri"/>
            </a:endParaRPr>
          </a:p>
          <a:p>
            <a:pPr>
              <a:defRPr/>
            </a:pPr>
            <a:r>
              <a:rPr lang="en-IN" sz="1800" b="0" i="0" u="none" strike="noStrike" cap="none" spc="0">
                <a:solidFill>
                  <a:schemeClr val="tx1"/>
                </a:solidFill>
                <a:latin typeface="Calibri"/>
                <a:ea typeface="Calibri"/>
                <a:cs typeface="Calibri"/>
              </a:rPr>
              <a:t>Techniques like federated learning and edge computing (used by companies such as Apple and Google) allow analysis without excessive data collection.</a:t>
            </a:r>
            <a:endParaRPr lang="en-IN" sz="1800" b="0" i="0" u="none" strike="noStrike" cap="none" spc="0">
              <a:solidFill>
                <a:schemeClr val="tx1"/>
              </a:solidFill>
              <a:latin typeface="Calibri"/>
              <a:cs typeface="Calibri"/>
            </a:endParaRPr>
          </a:p>
          <a:p>
            <a:pPr>
              <a:defRPr/>
            </a:pPr>
            <a:r>
              <a:rPr lang="en-IN" sz="1800" b="0" i="0" u="none" strike="noStrike" cap="none" spc="0">
                <a:solidFill>
                  <a:schemeClr val="tx1"/>
                </a:solidFill>
                <a:latin typeface="Calibri"/>
                <a:ea typeface="Calibri"/>
                <a:cs typeface="Calibri"/>
              </a:rPr>
              <a:t>3.Scalable Cloud Infrastructure -</a:t>
            </a:r>
            <a:endParaRPr lang="en-IN" sz="1800" b="0" i="0" u="none" strike="noStrike" cap="none" spc="0">
              <a:solidFill>
                <a:schemeClr val="tx1"/>
              </a:solidFill>
              <a:latin typeface="Calibri"/>
              <a:cs typeface="Calibri"/>
            </a:endParaRPr>
          </a:p>
          <a:p>
            <a:pPr>
              <a:defRPr/>
            </a:pPr>
            <a:r>
              <a:rPr lang="en-IN" sz="1800" b="0" i="0" u="none" strike="noStrike" cap="none" spc="0">
                <a:solidFill>
                  <a:schemeClr val="tx1"/>
                </a:solidFill>
                <a:latin typeface="Calibri"/>
                <a:ea typeface="Calibri"/>
                <a:cs typeface="Calibri"/>
              </a:rPr>
              <a:t>Platforms like Amazon Web Services support secure, scalable deployment.</a:t>
            </a:r>
            <a:endParaRPr lang="en-IN" sz="1800" b="0" i="0" u="none" strike="noStrike" cap="none" spc="0">
              <a:solidFill>
                <a:schemeClr val="tx1"/>
              </a:solidFill>
              <a:latin typeface="Calibri"/>
              <a:cs typeface="Calibri"/>
            </a:endParaRPr>
          </a:p>
          <a:p>
            <a:pPr>
              <a:defRPr/>
            </a:pPr>
            <a:r>
              <a:rPr lang="en-IN" sz="1800" b="0" i="0" u="none" strike="noStrike" cap="none" spc="0">
                <a:solidFill>
                  <a:schemeClr val="tx1"/>
                </a:solidFill>
                <a:latin typeface="Calibri"/>
                <a:ea typeface="Calibri"/>
                <a:cs typeface="Calibri"/>
              </a:rPr>
              <a:t>4.API &amp; SDK Integration Model -</a:t>
            </a:r>
            <a:endParaRPr lang="en-IN" sz="1800" b="0" i="0" u="none" strike="noStrike" cap="none" spc="0">
              <a:solidFill>
                <a:schemeClr val="tx1"/>
              </a:solidFill>
              <a:latin typeface="Calibri"/>
              <a:cs typeface="Calibri"/>
            </a:endParaRPr>
          </a:p>
          <a:p>
            <a:pPr>
              <a:defRPr/>
            </a:pPr>
            <a:r>
              <a:rPr lang="en-IN" sz="1800" b="0" i="0" u="none" strike="noStrike" cap="none" spc="0">
                <a:solidFill>
                  <a:schemeClr val="tx1"/>
                </a:solidFill>
                <a:latin typeface="Calibri"/>
                <a:ea typeface="Calibri"/>
                <a:cs typeface="Calibri"/>
              </a:rPr>
              <a:t>The tool can be easily integrated into existing apps, platforms, or enterprise systems.</a:t>
            </a:r>
            <a:endParaRPr lang="en-IN" sz="1800" b="0" i="0" u="none" strike="noStrike" cap="none" spc="0">
              <a:solidFill>
                <a:schemeClr val="tx1"/>
              </a:solidFill>
              <a:latin typeface="Calibri"/>
              <a:cs typeface="Calibri"/>
            </a:endParaRPr>
          </a:p>
          <a:p>
            <a:pPr>
              <a:defRPr/>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43036295" name="Rectangle 9"/>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a:lnSpc>
                <a:spcPct val="100000"/>
              </a:lnSpc>
              <a:spcBef>
                <a:spcPts val="0"/>
              </a:spcBef>
              <a:spcAft>
                <a:spcPts val="0"/>
              </a:spcAft>
              <a:buClrTx/>
              <a:buSzTx/>
              <a:buFontTx/>
              <a:buNone/>
              <a:defRPr/>
            </a:pPr>
            <a:endParaRPr lang="en-US" sz="1800" b="0" i="0" u="none" strike="noStrike" cap="none" spc="0">
              <a:ln>
                <a:noFill/>
              </a:ln>
              <a:solidFill>
                <a:srgbClr val="C0504D">
                  <a:lumMod val="75000"/>
                </a:srgbClr>
              </a:solidFill>
              <a:latin typeface="Calibri"/>
              <a:ea typeface="ＭＳ Ｐゴシック"/>
              <a:cs typeface="+mn-cs"/>
            </a:endParaRPr>
          </a:p>
        </p:txBody>
      </p:sp>
      <p:sp>
        <p:nvSpPr>
          <p:cNvPr id="1937310453" name="Title 1"/>
          <p:cNvSpPr>
            <a:spLocks noGrp="1"/>
          </p:cNvSpPr>
          <p:nvPr>
            <p:ph type="title"/>
          </p:nvPr>
        </p:nvSpPr>
        <p:spPr bwMode="auto">
          <a:xfrm>
            <a:off x="399885" y="1110342"/>
            <a:ext cx="11792111" cy="5132451"/>
          </a:xfrm>
        </p:spPr>
        <p:txBody>
          <a:bodyPr/>
          <a:lstStyle/>
          <a:p>
            <a:pPr algn="l">
              <a:defRPr/>
            </a:pPr>
            <a:r>
              <a:rPr lang="en-US" sz="3600" b="1"/>
              <a:t>CHALLENGES &amp; RISKS</a:t>
            </a:r>
            <a:br>
              <a:rPr lang="en-US" sz="3600" b="1"/>
            </a:br>
            <a:r>
              <a:rPr sz="1600" b="1" i="0" u="none">
                <a:solidFill>
                  <a:srgbClr val="000000"/>
                </a:solidFill>
                <a:latin typeface="Times New Roman"/>
                <a:ea typeface="Times New Roman"/>
                <a:cs typeface="Times New Roman"/>
              </a:rPr>
              <a:t>Privacy Risk</a:t>
            </a:r>
            <a:br>
              <a:rPr sz="1600" b="1" i="0" u="none">
                <a:solidFill>
                  <a:srgbClr val="000000"/>
                </a:solidFill>
                <a:latin typeface="Times New Roman"/>
                <a:ea typeface="Times New Roman"/>
                <a:cs typeface="Times New Roman"/>
              </a:rPr>
            </a:br>
            <a:r>
              <a:rPr sz="1600" b="0" i="0" u="none">
                <a:solidFill>
                  <a:srgbClr val="000000"/>
                </a:solidFill>
                <a:latin typeface="Times New Roman"/>
                <a:ea typeface="Times New Roman"/>
                <a:cs typeface="Times New Roman"/>
              </a:rPr>
              <a:t> Protecting user data while detecting harmful or suspicious content.</a:t>
            </a:r>
            <a:endParaRPr sz="1600"/>
          </a:p>
          <a:p>
            <a:pPr algn="l">
              <a:defRPr/>
            </a:pPr>
            <a:r>
              <a:rPr sz="1600" b="1" i="0" u="none">
                <a:solidFill>
                  <a:srgbClr val="000000"/>
                </a:solidFill>
                <a:latin typeface="Times New Roman"/>
                <a:ea typeface="Times New Roman"/>
                <a:cs typeface="Times New Roman"/>
              </a:rPr>
              <a:t>False Positives</a:t>
            </a:r>
            <a:br>
              <a:rPr sz="1600" b="1" i="0" u="none">
                <a:solidFill>
                  <a:srgbClr val="000000"/>
                </a:solidFill>
                <a:latin typeface="Times New Roman"/>
                <a:ea typeface="Times New Roman"/>
                <a:cs typeface="Times New Roman"/>
              </a:rPr>
            </a:br>
            <a:r>
              <a:rPr sz="1600" b="0" i="0" u="none">
                <a:solidFill>
                  <a:srgbClr val="000000"/>
                </a:solidFill>
                <a:latin typeface="Times New Roman"/>
                <a:ea typeface="Times New Roman"/>
                <a:cs typeface="Times New Roman"/>
              </a:rPr>
              <a:t> The system may wrongly identify normal content as harmful.</a:t>
            </a:r>
            <a:endParaRPr sz="1600"/>
          </a:p>
          <a:p>
            <a:pPr algn="l">
              <a:defRPr/>
            </a:pPr>
            <a:r>
              <a:rPr sz="1600" b="1" i="0" u="none">
                <a:solidFill>
                  <a:srgbClr val="000000"/>
                </a:solidFill>
                <a:latin typeface="Times New Roman"/>
                <a:ea typeface="Times New Roman"/>
                <a:cs typeface="Times New Roman"/>
              </a:rPr>
              <a:t>False Negatives</a:t>
            </a:r>
            <a:br>
              <a:rPr sz="1600" b="1" i="0" u="none">
                <a:solidFill>
                  <a:srgbClr val="000000"/>
                </a:solidFill>
                <a:latin typeface="Times New Roman"/>
                <a:ea typeface="Times New Roman"/>
                <a:cs typeface="Times New Roman"/>
              </a:rPr>
            </a:br>
            <a:r>
              <a:rPr sz="1600" b="0" i="0" u="none">
                <a:solidFill>
                  <a:srgbClr val="000000"/>
                </a:solidFill>
                <a:latin typeface="Times New Roman"/>
                <a:ea typeface="Times New Roman"/>
                <a:cs typeface="Times New Roman"/>
              </a:rPr>
              <a:t> Dangerous or harmful content may not be detected.</a:t>
            </a:r>
            <a:endParaRPr sz="1600"/>
          </a:p>
          <a:p>
            <a:pPr algn="l">
              <a:defRPr/>
            </a:pPr>
            <a:r>
              <a:rPr sz="1600" b="1" i="0" u="none">
                <a:solidFill>
                  <a:srgbClr val="000000"/>
                </a:solidFill>
                <a:latin typeface="Times New Roman"/>
                <a:ea typeface="Times New Roman"/>
                <a:cs typeface="Times New Roman"/>
              </a:rPr>
              <a:t>Data Security Threats</a:t>
            </a:r>
            <a:br>
              <a:rPr sz="1600" b="1" i="0" u="none">
                <a:solidFill>
                  <a:srgbClr val="000000"/>
                </a:solidFill>
                <a:latin typeface="Times New Roman"/>
                <a:ea typeface="Times New Roman"/>
                <a:cs typeface="Times New Roman"/>
              </a:rPr>
            </a:br>
            <a:r>
              <a:rPr sz="1600" b="0" i="0" u="none">
                <a:solidFill>
                  <a:srgbClr val="000000"/>
                </a:solidFill>
                <a:latin typeface="Times New Roman"/>
                <a:ea typeface="Times New Roman"/>
                <a:cs typeface="Times New Roman"/>
              </a:rPr>
              <a:t> Hackers may try to access or manipulate sensitive data.</a:t>
            </a:r>
            <a:endParaRPr sz="1600"/>
          </a:p>
          <a:p>
            <a:pPr algn="l">
              <a:defRPr/>
            </a:pPr>
            <a:r>
              <a:rPr sz="1600" b="1" i="0" u="none">
                <a:solidFill>
                  <a:srgbClr val="000000"/>
                </a:solidFill>
                <a:latin typeface="Times New Roman"/>
                <a:ea typeface="Times New Roman"/>
                <a:cs typeface="Times New Roman"/>
              </a:rPr>
              <a:t>Accuracy Issues</a:t>
            </a:r>
            <a:br>
              <a:rPr sz="1600" b="1" i="0" u="none">
                <a:solidFill>
                  <a:srgbClr val="000000"/>
                </a:solidFill>
                <a:latin typeface="Times New Roman"/>
                <a:ea typeface="Times New Roman"/>
                <a:cs typeface="Times New Roman"/>
              </a:rPr>
            </a:br>
            <a:r>
              <a:rPr sz="1600" b="0" i="0" u="none">
                <a:solidFill>
                  <a:srgbClr val="000000"/>
                </a:solidFill>
                <a:latin typeface="Times New Roman"/>
                <a:ea typeface="Times New Roman"/>
                <a:cs typeface="Times New Roman"/>
              </a:rPr>
              <a:t> AI models may not always give correct predictions.</a:t>
            </a:r>
            <a:endParaRPr sz="1600"/>
          </a:p>
          <a:p>
            <a:pPr algn="l">
              <a:defRPr/>
            </a:pPr>
            <a:r>
              <a:rPr sz="1600" b="1" i="0" u="none">
                <a:solidFill>
                  <a:srgbClr val="000000"/>
                </a:solidFill>
                <a:latin typeface="Times New Roman"/>
                <a:ea typeface="Times New Roman"/>
                <a:cs typeface="Times New Roman"/>
              </a:rPr>
              <a:t>Bias in AI Models</a:t>
            </a:r>
            <a:br>
              <a:rPr sz="1600" b="1" i="0" u="none">
                <a:solidFill>
                  <a:srgbClr val="000000"/>
                </a:solidFill>
                <a:latin typeface="Times New Roman"/>
                <a:ea typeface="Times New Roman"/>
                <a:cs typeface="Times New Roman"/>
              </a:rPr>
            </a:br>
            <a:r>
              <a:rPr sz="1600" b="0" i="0" u="none">
                <a:solidFill>
                  <a:srgbClr val="000000"/>
                </a:solidFill>
                <a:latin typeface="Times New Roman"/>
                <a:ea typeface="Times New Roman"/>
                <a:cs typeface="Times New Roman"/>
              </a:rPr>
              <a:t> The system may show unfair results due to biased training data.</a:t>
            </a:r>
            <a:endParaRPr sz="1600"/>
          </a:p>
          <a:p>
            <a:pPr algn="l">
              <a:defRPr/>
            </a:pPr>
            <a:r>
              <a:rPr sz="1600" b="1" i="0" u="none">
                <a:solidFill>
                  <a:srgbClr val="000000"/>
                </a:solidFill>
                <a:latin typeface="Times New Roman"/>
                <a:ea typeface="Times New Roman"/>
                <a:cs typeface="Times New Roman"/>
              </a:rPr>
              <a:t>Scalability Problem</a:t>
            </a:r>
            <a:br>
              <a:rPr sz="1600" b="1" i="0" u="none">
                <a:solidFill>
                  <a:srgbClr val="000000"/>
                </a:solidFill>
                <a:latin typeface="Times New Roman"/>
                <a:ea typeface="Times New Roman"/>
                <a:cs typeface="Times New Roman"/>
              </a:rPr>
            </a:br>
            <a:r>
              <a:rPr sz="1600" b="0" i="0" u="none">
                <a:solidFill>
                  <a:srgbClr val="000000"/>
                </a:solidFill>
                <a:latin typeface="Times New Roman"/>
                <a:ea typeface="Times New Roman"/>
                <a:cs typeface="Times New Roman"/>
              </a:rPr>
              <a:t> Handling large volumes of data in real-time is difficult.</a:t>
            </a:r>
            <a:endParaRPr sz="1600"/>
          </a:p>
          <a:p>
            <a:pPr algn="l">
              <a:defRPr/>
            </a:pPr>
            <a:r>
              <a:rPr sz="1600" b="1" i="0" u="none">
                <a:solidFill>
                  <a:srgbClr val="000000"/>
                </a:solidFill>
                <a:latin typeface="Times New Roman"/>
                <a:ea typeface="Times New Roman"/>
                <a:cs typeface="Times New Roman"/>
              </a:rPr>
              <a:t>Performance Limitations</a:t>
            </a:r>
            <a:br>
              <a:rPr sz="1600" b="1" i="0" u="none">
                <a:solidFill>
                  <a:srgbClr val="000000"/>
                </a:solidFill>
                <a:latin typeface="Times New Roman"/>
                <a:ea typeface="Times New Roman"/>
                <a:cs typeface="Times New Roman"/>
              </a:rPr>
            </a:br>
            <a:r>
              <a:rPr sz="1600" b="0" i="0" u="none">
                <a:solidFill>
                  <a:srgbClr val="000000"/>
                </a:solidFill>
                <a:latin typeface="Times New Roman"/>
                <a:ea typeface="Times New Roman"/>
                <a:cs typeface="Times New Roman"/>
              </a:rPr>
              <a:t> High processing requirements may slow down the system.</a:t>
            </a:r>
            <a:endParaRPr sz="1600"/>
          </a:p>
          <a:p>
            <a:pPr algn="l">
              <a:defRPr/>
            </a:pPr>
            <a:r>
              <a:rPr sz="1600" b="1" i="0" u="none">
                <a:solidFill>
                  <a:srgbClr val="000000"/>
                </a:solidFill>
                <a:latin typeface="Times New Roman"/>
                <a:ea typeface="Times New Roman"/>
                <a:cs typeface="Times New Roman"/>
              </a:rPr>
              <a:t>Legal and Ethical Issues</a:t>
            </a:r>
            <a:br>
              <a:rPr sz="1600" b="1" i="0" u="none">
                <a:solidFill>
                  <a:srgbClr val="000000"/>
                </a:solidFill>
                <a:latin typeface="Times New Roman"/>
                <a:ea typeface="Times New Roman"/>
                <a:cs typeface="Times New Roman"/>
              </a:rPr>
            </a:br>
            <a:r>
              <a:rPr sz="1600" b="0" i="0" u="none">
                <a:solidFill>
                  <a:srgbClr val="000000"/>
                </a:solidFill>
                <a:latin typeface="Times New Roman"/>
                <a:ea typeface="Times New Roman"/>
                <a:cs typeface="Times New Roman"/>
              </a:rPr>
              <a:t> Must follow laws and avoid misuse or excessive surveillance.</a:t>
            </a:r>
            <a:endParaRPr sz="1600"/>
          </a:p>
          <a:p>
            <a:pPr algn="l">
              <a:defRPr/>
            </a:pPr>
            <a:r>
              <a:rPr sz="1600" b="1" i="0" u="none">
                <a:solidFill>
                  <a:srgbClr val="000000"/>
                </a:solidFill>
                <a:latin typeface="Times New Roman"/>
                <a:ea typeface="Times New Roman"/>
                <a:cs typeface="Times New Roman"/>
              </a:rPr>
              <a:t>System Reliability Risk</a:t>
            </a:r>
            <a:br>
              <a:rPr sz="1600" b="1" i="0" u="none">
                <a:solidFill>
                  <a:srgbClr val="000000"/>
                </a:solidFill>
                <a:latin typeface="Times New Roman"/>
                <a:ea typeface="Times New Roman"/>
                <a:cs typeface="Times New Roman"/>
              </a:rPr>
            </a:br>
            <a:r>
              <a:rPr sz="1600" b="0" i="0" u="none">
                <a:solidFill>
                  <a:srgbClr val="000000"/>
                </a:solidFill>
                <a:latin typeface="Times New Roman"/>
                <a:ea typeface="Times New Roman"/>
                <a:cs typeface="Times New Roman"/>
              </a:rPr>
              <a:t> System failure may lead to missing critical threats</a:t>
            </a:r>
            <a:r>
              <a:rPr sz="1400" b="0" i="0" u="none">
                <a:solidFill>
                  <a:srgbClr val="000000"/>
                </a:solidFill>
                <a:latin typeface="Times New Roman"/>
                <a:ea typeface="Times New Roman"/>
                <a:cs typeface="Times New Roman"/>
              </a:rPr>
              <a:t>.</a:t>
            </a:r>
            <a:endParaRPr lang="en-US" sz="4800" b="1">
              <a:latin typeface="Times New Roman"/>
              <a:ea typeface="ＭＳ Ｐゴシック"/>
              <a:cs typeface="Times New Roman"/>
            </a:endParaRPr>
          </a:p>
        </p:txBody>
      </p:sp>
      <p:sp>
        <p:nvSpPr>
          <p:cNvPr id="134215997" name="Slide Number Placeholder 5"/>
          <p:cNvSpPr>
            <a:spLocks noGrp="1"/>
          </p:cNvSpPr>
          <p:nvPr>
            <p:ph type="sldNum" sz="quarter" idx="12"/>
          </p:nvPr>
        </p:nvSpPr>
        <p:spPr bwMode="auto"/>
        <p:txBody>
          <a:bodyPr/>
          <a:lstStyle/>
          <a:p>
            <a:pPr marL="0" marR="0" lvl="0" indent="0" algn="r" defTabSz="457200" rtl="0">
              <a:lnSpc>
                <a:spcPct val="100000"/>
              </a:lnSpc>
              <a:spcBef>
                <a:spcPts val="0"/>
              </a:spcBef>
              <a:spcAft>
                <a:spcPts val="0"/>
              </a:spcAft>
              <a:buClrTx/>
              <a:buSzTx/>
              <a:buFontTx/>
              <a:buNone/>
              <a:defRPr/>
            </a:pPr>
            <a:fld id="{677C3CE7-23F7-4828-823C-E0205DF2CF97}" type="slidenum">
              <a:rPr lang="en-US" sz="1200" b="1" i="0" u="none" strike="noStrike" cap="none" spc="0">
                <a:ln>
                  <a:noFill/>
                </a:ln>
                <a:solidFill>
                  <a:prstClr val="white"/>
                </a:solidFill>
                <a:latin typeface="TradeGothic"/>
                <a:ea typeface="ＭＳ Ｐゴシック"/>
                <a:cs typeface="+mn-cs"/>
              </a:rPr>
              <a:t>6</a:t>
            </a:fld>
            <a:endParaRPr lang="en-US" sz="1200" b="1" i="0" u="none" strike="noStrike" cap="none" spc="0">
              <a:ln>
                <a:noFill/>
              </a:ln>
              <a:solidFill>
                <a:prstClr val="white"/>
              </a:solidFill>
              <a:latin typeface="TradeGothic"/>
              <a:ea typeface="ＭＳ Ｐゴシック"/>
              <a:cs typeface="+mn-cs"/>
            </a:endParaRPr>
          </a:p>
        </p:txBody>
      </p:sp>
      <p:pic>
        <p:nvPicPr>
          <p:cNvPr id="183833542" name="Picture 8" descr="eatm logo.png"/>
          <p:cNvPicPr>
            <a:picLocks noChangeAspect="1"/>
          </p:cNvPicPr>
          <p:nvPr/>
        </p:nvPicPr>
        <p:blipFill rotWithShape="1">
          <a:blip r:embed="rId3"/>
          <a:stretch/>
        </p:blipFill>
        <p:spPr bwMode="auto">
          <a:xfrm>
            <a:off x="172384" y="81376"/>
            <a:ext cx="1095495" cy="1028967"/>
          </a:xfrm>
          <a:prstGeom prst="rect">
            <a:avLst/>
          </a:prstGeom>
        </p:spPr>
      </p:pic>
      <p:pic>
        <p:nvPicPr>
          <p:cNvPr id="519228465" name="Picture 10"/>
          <p:cNvPicPr>
            <a:picLocks noChangeAspect="1"/>
          </p:cNvPicPr>
          <p:nvPr/>
        </p:nvPicPr>
        <p:blipFill rotWithShape="1">
          <a:blip r:embed="rId4"/>
          <a:stretch/>
        </p:blipFill>
        <p:spPr bwMode="auto">
          <a:xfrm>
            <a:off x="10366903" y="14293"/>
            <a:ext cx="1674456" cy="1674456"/>
          </a:xfrm>
          <a:prstGeom prst="rect">
            <a:avLst/>
          </a:prstGeom>
        </p:spPr>
      </p:pic>
      <p:pic>
        <p:nvPicPr>
          <p:cNvPr id="853818108" name="Picture 12" descr="EFusionx.png"/>
          <p:cNvPicPr>
            <a:picLocks noChangeAspect="1"/>
          </p:cNvPicPr>
          <p:nvPr/>
        </p:nvPicPr>
        <p:blipFill rotWithShape="1">
          <a:blip r:embed="rId5"/>
          <a:stretch/>
        </p:blipFill>
        <p:spPr bwMode="auto">
          <a:xfrm>
            <a:off x="9172405" y="203043"/>
            <a:ext cx="1194498" cy="101926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7687721" name="Shape 2117687721"/>
        <p:cNvGrpSpPr/>
        <p:nvPr/>
      </p:nvGrpSpPr>
      <p:grpSpPr>
        <a:xfrm>
          <a:off x="0" y="0"/>
          <a:ext cx="0" cy="0"/>
          <a:chOff x="0" y="0"/>
          <a:chExt cx="0" cy="0"/>
        </a:xfrm>
      </p:grpSpPr>
      <p:sp>
        <p:nvSpPr>
          <p:cNvPr id="2117687722" name="Google Shape;2117687722;p2"/>
          <p:cNvSpPr/>
          <p:nvPr/>
        </p:nvSpPr>
        <p:spPr>
          <a:xfrm>
            <a:off x="0" y="6354762"/>
            <a:ext cx="12192000" cy="503100"/>
          </a:xfrm>
          <a:prstGeom prst="rect">
            <a:avLst/>
          </a:prstGeom>
          <a:solidFill>
            <a:srgbClr val="0070C0"/>
          </a:solidFill>
          <a:ln>
            <a:noFill/>
          </a:ln>
          <a:effectLst>
            <a:outerShdw rotWithShape="0" dir="5400000" dist="23000">
              <a:srgbClr val="80808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953734"/>
              </a:solidFill>
              <a:latin typeface="Calibri"/>
              <a:ea typeface="Calibri"/>
              <a:cs typeface="Calibri"/>
              <a:sym typeface="Calibri"/>
            </a:endParaRPr>
          </a:p>
        </p:txBody>
      </p:sp>
      <p:sp>
        <p:nvSpPr>
          <p:cNvPr id="2117687723" name="Google Shape;2117687723;p2"/>
          <p:cNvSpPr txBox="1"/>
          <p:nvPr>
            <p:ph type="title"/>
          </p:nvPr>
        </p:nvSpPr>
        <p:spPr>
          <a:xfrm>
            <a:off x="1249006" y="-47625"/>
            <a:ext cx="87459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600">
                <a:latin typeface="Times New Roman"/>
                <a:ea typeface="Times New Roman"/>
                <a:cs typeface="Times New Roman"/>
                <a:sym typeface="Times New Roman"/>
              </a:rPr>
              <a:t>IMPACT AND BENEFITS</a:t>
            </a:r>
            <a:endParaRPr/>
          </a:p>
        </p:txBody>
      </p:sp>
      <p:sp>
        <p:nvSpPr>
          <p:cNvPr id="2117687724" name="Google Shape;2117687724;p2"/>
          <p:cNvSpPr txBox="1"/>
          <p:nvPr/>
        </p:nvSpPr>
        <p:spPr>
          <a:xfrm>
            <a:off x="316773" y="1095382"/>
            <a:ext cx="11355600" cy="559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000000"/>
                </a:solidFill>
                <a:latin typeface="Times New Roman"/>
                <a:ea typeface="Times New Roman"/>
                <a:cs typeface="Times New Roman"/>
                <a:sym typeface="Times New Roman"/>
              </a:rPr>
              <a:t>Potential Impact on the Target Audience</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1" i="0" lang="en-US" sz="1200" u="none" cap="none" strike="noStrike">
                <a:solidFill>
                  <a:srgbClr val="000000"/>
                </a:solidFill>
                <a:latin typeface="Times New Roman"/>
                <a:ea typeface="Times New Roman"/>
                <a:cs typeface="Times New Roman"/>
                <a:sym typeface="Times New Roman"/>
              </a:rPr>
              <a:t>Improved Safety and Security</a:t>
            </a:r>
            <a:br>
              <a:rPr b="1" i="0" lang="en-US" sz="1200" u="none" cap="none" strike="noStrike">
                <a:solidFill>
                  <a:srgbClr val="000000"/>
                </a:solidFill>
                <a:latin typeface="Times New Roman"/>
                <a:ea typeface="Times New Roman"/>
                <a:cs typeface="Times New Roman"/>
                <a:sym typeface="Times New Roman"/>
              </a:rPr>
            </a:br>
            <a:r>
              <a:rPr b="0" i="0" lang="en-US" sz="1200" u="none" cap="none" strike="noStrike">
                <a:solidFill>
                  <a:srgbClr val="000000"/>
                </a:solidFill>
                <a:latin typeface="Times New Roman"/>
                <a:ea typeface="Times New Roman"/>
                <a:cs typeface="Times New Roman"/>
                <a:sym typeface="Times New Roman"/>
              </a:rPr>
              <a:t> The solution helps identify harmful or suspicious activities early, which protects people from cyber threats, fraud, and online crimes.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1" i="0" lang="en-US" sz="1200" u="none" cap="none" strike="noStrike">
                <a:solidFill>
                  <a:srgbClr val="000000"/>
                </a:solidFill>
                <a:latin typeface="Times New Roman"/>
                <a:ea typeface="Times New Roman"/>
                <a:cs typeface="Times New Roman"/>
                <a:sym typeface="Times New Roman"/>
              </a:rPr>
              <a:t>Increased Trust in Digital Platforms</a:t>
            </a:r>
            <a:br>
              <a:rPr b="1" i="0" lang="en-US" sz="1200" u="none" cap="none" strike="noStrike">
                <a:solidFill>
                  <a:srgbClr val="000000"/>
                </a:solidFill>
                <a:latin typeface="Times New Roman"/>
                <a:ea typeface="Times New Roman"/>
                <a:cs typeface="Times New Roman"/>
                <a:sym typeface="Times New Roman"/>
              </a:rPr>
            </a:br>
            <a:r>
              <a:rPr b="0" i="0" lang="en-US" sz="1200" u="none" cap="none" strike="noStrike">
                <a:solidFill>
                  <a:srgbClr val="000000"/>
                </a:solidFill>
                <a:latin typeface="Times New Roman"/>
                <a:ea typeface="Times New Roman"/>
                <a:cs typeface="Times New Roman"/>
                <a:sym typeface="Times New Roman"/>
              </a:rPr>
              <a:t> Users will feel safer while using social media, websites, and online services because harmful content is detected and controlled.</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1" i="0" lang="en-US" sz="1200" u="none" cap="none" strike="noStrike">
                <a:solidFill>
                  <a:srgbClr val="000000"/>
                </a:solidFill>
                <a:latin typeface="Times New Roman"/>
                <a:ea typeface="Times New Roman"/>
                <a:cs typeface="Times New Roman"/>
                <a:sym typeface="Times New Roman"/>
              </a:rPr>
              <a:t>Privacy Protection</a:t>
            </a:r>
            <a:br>
              <a:rPr b="1" i="0" lang="en-US" sz="1200" u="none" cap="none" strike="noStrike">
                <a:solidFill>
                  <a:srgbClr val="000000"/>
                </a:solidFill>
                <a:latin typeface="Times New Roman"/>
                <a:ea typeface="Times New Roman"/>
                <a:cs typeface="Times New Roman"/>
                <a:sym typeface="Times New Roman"/>
              </a:rPr>
            </a:br>
            <a:r>
              <a:rPr b="0" i="0" lang="en-US" sz="1200" u="none" cap="none" strike="noStrike">
                <a:solidFill>
                  <a:srgbClr val="000000"/>
                </a:solidFill>
                <a:latin typeface="Times New Roman"/>
                <a:ea typeface="Times New Roman"/>
                <a:cs typeface="Times New Roman"/>
                <a:sym typeface="Times New Roman"/>
              </a:rPr>
              <a:t> The system protects users while respecting their privacy and avoids unnecessary surveillance.</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1" i="0" lang="en-US" sz="1200" u="none" cap="none" strike="noStrike">
                <a:solidFill>
                  <a:srgbClr val="000000"/>
                </a:solidFill>
                <a:latin typeface="Times New Roman"/>
                <a:ea typeface="Times New Roman"/>
                <a:cs typeface="Times New Roman"/>
                <a:sym typeface="Times New Roman"/>
              </a:rPr>
              <a:t>Faster Response to Threats</a:t>
            </a:r>
            <a:br>
              <a:rPr b="1" i="0" lang="en-US" sz="1200" u="none" cap="none" strike="noStrike">
                <a:solidFill>
                  <a:srgbClr val="000000"/>
                </a:solidFill>
                <a:latin typeface="Times New Roman"/>
                <a:ea typeface="Times New Roman"/>
                <a:cs typeface="Times New Roman"/>
                <a:sym typeface="Times New Roman"/>
              </a:rPr>
            </a:br>
            <a:r>
              <a:rPr b="0" i="0" lang="en-US" sz="1200" u="none" cap="none" strike="noStrike">
                <a:solidFill>
                  <a:srgbClr val="000000"/>
                </a:solidFill>
                <a:latin typeface="Times New Roman"/>
                <a:ea typeface="Times New Roman"/>
                <a:cs typeface="Times New Roman"/>
                <a:sym typeface="Times New Roman"/>
              </a:rPr>
              <a:t> Authorities or organizations can quickly take action when suspicious activities are detected, reducing damage.</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1" i="0" lang="en-US" sz="1200" u="none" cap="none" strike="noStrike">
                <a:solidFill>
                  <a:srgbClr val="000000"/>
                </a:solidFill>
                <a:latin typeface="Times New Roman"/>
                <a:ea typeface="Times New Roman"/>
                <a:cs typeface="Times New Roman"/>
                <a:sym typeface="Times New Roman"/>
              </a:rPr>
              <a:t>Support for Students, Organizations, and Society</a:t>
            </a:r>
            <a:br>
              <a:rPr b="1" i="0" lang="en-US" sz="1200" u="none" cap="none" strike="noStrike">
                <a:solidFill>
                  <a:srgbClr val="000000"/>
                </a:solidFill>
                <a:latin typeface="Times New Roman"/>
                <a:ea typeface="Times New Roman"/>
                <a:cs typeface="Times New Roman"/>
                <a:sym typeface="Times New Roman"/>
              </a:rPr>
            </a:br>
            <a:r>
              <a:rPr b="0" i="0" lang="en-US" sz="1200" u="none" cap="none" strike="noStrike">
                <a:solidFill>
                  <a:srgbClr val="000000"/>
                </a:solidFill>
                <a:latin typeface="Times New Roman"/>
                <a:ea typeface="Times New Roman"/>
                <a:cs typeface="Times New Roman"/>
                <a:sym typeface="Times New Roman"/>
              </a:rPr>
              <a:t> Schools, colleges, companies, and communities can use the platform to maintain a safe and secure environment.</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1" i="0" lang="en-US" sz="2400" u="none" cap="none" strike="noStrike">
                <a:solidFill>
                  <a:srgbClr val="000000"/>
                </a:solidFill>
                <a:latin typeface="Times New Roman"/>
                <a:ea typeface="Times New Roman"/>
                <a:cs typeface="Times New Roman"/>
                <a:sym typeface="Times New Roman"/>
              </a:rPr>
              <a:t>Benefits of the Solution</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Social Benefits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Reduces cyberbullying, online harassment, and harmful content</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Creates a safer digital environment for everyone</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Protects vulnerable users like children and students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Economic Benefits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Prevents financial fraud and cybercrime losses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Saves money for organizations by detecting threats early</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Improves productivity by reducing security risks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Environmental Benefits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Digital monitoring reduces the need for physical surveillance systems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Saves resources like paper and physical security equipment</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Technological Benefits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Uses AI and smart technology for better threat detection</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Helps in building advanced and secure digital systems</a:t>
            </a:r>
            <a:endParaRPr b="0" i="0" sz="1800" u="none" cap="none" strike="noStrike">
              <a:solidFill>
                <a:schemeClr val="dk1"/>
              </a:solidFill>
              <a:latin typeface="Calibri"/>
              <a:ea typeface="Calibri"/>
              <a:cs typeface="Calibri"/>
              <a:sym typeface="Calibri"/>
            </a:endParaRPr>
          </a:p>
        </p:txBody>
      </p:sp>
      <p:sp>
        <p:nvSpPr>
          <p:cNvPr id="2117687725" name="Google Shape;2117687725;p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US"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pic>
        <p:nvPicPr>
          <p:cNvPr descr="eatm logo.png" id="2117687726" name="Google Shape;2117687726;p2"/>
          <p:cNvPicPr preferRelativeResize="0"/>
          <p:nvPr/>
        </p:nvPicPr>
        <p:blipFill rotWithShape="1">
          <a:blip r:embed="rId3">
            <a:alphaModFix/>
          </a:blip>
          <a:srcRect b="0" l="0" r="0" t="0"/>
          <a:stretch/>
        </p:blipFill>
        <p:spPr>
          <a:xfrm>
            <a:off x="172384" y="81376"/>
            <a:ext cx="1095495" cy="1028967"/>
          </a:xfrm>
          <a:prstGeom prst="rect">
            <a:avLst/>
          </a:prstGeom>
          <a:noFill/>
          <a:ln>
            <a:noFill/>
          </a:ln>
        </p:spPr>
      </p:pic>
      <p:pic>
        <p:nvPicPr>
          <p:cNvPr id="2117687727" name="Google Shape;2117687727;p2"/>
          <p:cNvPicPr preferRelativeResize="0"/>
          <p:nvPr/>
        </p:nvPicPr>
        <p:blipFill rotWithShape="1">
          <a:blip r:embed="rId4">
            <a:alphaModFix/>
          </a:blip>
          <a:srcRect b="0" l="0" r="0" t="0"/>
          <a:stretch/>
        </p:blipFill>
        <p:spPr>
          <a:xfrm>
            <a:off x="10366903" y="14293"/>
            <a:ext cx="1674455" cy="1674455"/>
          </a:xfrm>
          <a:prstGeom prst="rect">
            <a:avLst/>
          </a:prstGeom>
          <a:noFill/>
          <a:ln>
            <a:noFill/>
          </a:ln>
        </p:spPr>
      </p:pic>
      <p:pic>
        <p:nvPicPr>
          <p:cNvPr descr="EFusionx.png" id="2117687728" name="Google Shape;2117687728;p2"/>
          <p:cNvPicPr preferRelativeResize="0"/>
          <p:nvPr/>
        </p:nvPicPr>
        <p:blipFill rotWithShape="1">
          <a:blip r:embed="rId5">
            <a:alphaModFix/>
          </a:blip>
          <a:srcRect b="0" l="0" r="0" t="0"/>
          <a:stretch/>
        </p:blipFill>
        <p:spPr>
          <a:xfrm>
            <a:off x="9172405" y="203043"/>
            <a:ext cx="1194498" cy="101926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47251671" name="Rectangle 9"/>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a:lnSpc>
                <a:spcPct val="100000"/>
              </a:lnSpc>
              <a:spcBef>
                <a:spcPts val="0"/>
              </a:spcBef>
              <a:spcAft>
                <a:spcPts val="0"/>
              </a:spcAft>
              <a:buClrTx/>
              <a:buSzTx/>
              <a:buFontTx/>
              <a:buNone/>
              <a:defRPr/>
            </a:pPr>
            <a:endParaRPr lang="en-US" sz="1800" b="0" i="0" u="none" strike="noStrike" cap="none" spc="0">
              <a:ln>
                <a:noFill/>
              </a:ln>
              <a:solidFill>
                <a:srgbClr val="C0504D">
                  <a:lumMod val="75000"/>
                </a:srgbClr>
              </a:solidFill>
              <a:latin typeface="Calibri"/>
              <a:ea typeface="ＭＳ Ｐゴシック"/>
              <a:cs typeface="+mn-cs"/>
            </a:endParaRPr>
          </a:p>
        </p:txBody>
      </p:sp>
      <p:sp>
        <p:nvSpPr>
          <p:cNvPr id="19369953" name="Title 1"/>
          <p:cNvSpPr>
            <a:spLocks noGrp="1"/>
          </p:cNvSpPr>
          <p:nvPr>
            <p:ph type="title"/>
          </p:nvPr>
        </p:nvSpPr>
        <p:spPr bwMode="auto">
          <a:xfrm>
            <a:off x="1249006" y="-47625"/>
            <a:ext cx="8745894" cy="1143000"/>
          </a:xfrm>
        </p:spPr>
        <p:txBody>
          <a:bodyPr/>
          <a:lstStyle/>
          <a:p>
            <a:pPr>
              <a:defRPr/>
            </a:pPr>
            <a:r>
              <a:rPr lang="en-US" sz="3600" b="1"/>
              <a:t>TARGET USERS</a:t>
            </a:r>
            <a:endParaRPr lang="en-US" sz="3600" b="1">
              <a:latin typeface="Times New Roman"/>
              <a:ea typeface="ＭＳ Ｐゴシック"/>
              <a:cs typeface="Times New Roman"/>
            </a:endParaRPr>
          </a:p>
        </p:txBody>
      </p:sp>
      <p:sp>
        <p:nvSpPr>
          <p:cNvPr id="2085754929" name="TextBox 8"/>
          <p:cNvSpPr txBox="1">
            <a:spLocks noChangeArrowheads="1"/>
          </p:cNvSpPr>
          <p:nvPr/>
        </p:nvSpPr>
        <p:spPr bwMode="auto">
          <a:xfrm>
            <a:off x="588492" y="1372384"/>
            <a:ext cx="10876857" cy="4602839"/>
          </a:xfrm>
          <a:prstGeom prst="rect">
            <a:avLst/>
          </a:prstGeom>
          <a:noFill/>
          <a:ln w="9525">
            <a:noFill/>
            <a:miter lim="800000"/>
            <a:headEnd/>
            <a:tailEnd/>
          </a:ln>
        </p:spPr>
        <p:txBody>
          <a:bodyPr wrap="square">
            <a:spAutoFit/>
          </a:bodyPr>
          <a:lstStyle/>
          <a:p>
            <a:pPr>
              <a:defRPr/>
            </a:pPr>
            <a:r>
              <a:rPr lang="en-IN" sz="2000" b="1" i="0" u="none">
                <a:solidFill>
                  <a:srgbClr val="000000"/>
                </a:solidFill>
                <a:latin typeface="Times New Roman"/>
                <a:ea typeface="Times New Roman"/>
                <a:cs typeface="Times New Roman"/>
              </a:rPr>
              <a:t>1.</a:t>
            </a:r>
            <a:r>
              <a:rPr sz="2000" b="1" i="0" u="none">
                <a:solidFill>
                  <a:srgbClr val="000000"/>
                </a:solidFill>
                <a:latin typeface="Times New Roman"/>
                <a:ea typeface="Times New Roman"/>
                <a:cs typeface="Times New Roman"/>
              </a:rPr>
              <a:t> Government</a:t>
            </a:r>
            <a:endParaRPr sz="2400"/>
          </a:p>
          <a:p>
            <a:pPr>
              <a:defRPr/>
            </a:pPr>
            <a:r>
              <a:rPr sz="1800" b="0" i="0" u="none">
                <a:solidFill>
                  <a:srgbClr val="000000"/>
                </a:solidFill>
                <a:latin typeface="Times New Roman"/>
                <a:ea typeface="Times New Roman"/>
                <a:cs typeface="Times New Roman"/>
              </a:rPr>
              <a:t>To monitor threats and protect national security</a:t>
            </a:r>
            <a:endParaRPr sz="2400"/>
          </a:p>
          <a:p>
            <a:pPr>
              <a:defRPr/>
            </a:pPr>
            <a:r>
              <a:rPr sz="1800" b="0" i="0" u="none">
                <a:solidFill>
                  <a:srgbClr val="000000"/>
                </a:solidFill>
                <a:latin typeface="Times New Roman"/>
                <a:ea typeface="Times New Roman"/>
                <a:cs typeface="Times New Roman"/>
              </a:rPr>
              <a:t>To detect cybercrime, terrorism, and illegal activities</a:t>
            </a:r>
            <a:endParaRPr sz="2400"/>
          </a:p>
          <a:p>
            <a:pPr>
              <a:defRPr/>
            </a:pPr>
            <a:r>
              <a:rPr sz="1800" b="0" i="0" u="none">
                <a:solidFill>
                  <a:srgbClr val="000000"/>
                </a:solidFill>
                <a:latin typeface="Times New Roman"/>
                <a:ea typeface="Times New Roman"/>
                <a:cs typeface="Times New Roman"/>
              </a:rPr>
              <a:t>To make better security decisions using insights</a:t>
            </a:r>
            <a:endParaRPr sz="2400"/>
          </a:p>
          <a:p>
            <a:pPr>
              <a:defRPr/>
            </a:pPr>
            <a:r>
              <a:rPr sz="2000" b="1" i="0" u="none">
                <a:solidFill>
                  <a:srgbClr val="000000"/>
                </a:solidFill>
                <a:latin typeface="Times New Roman"/>
                <a:ea typeface="Times New Roman"/>
                <a:cs typeface="Times New Roman"/>
              </a:rPr>
              <a:t>3. Students</a:t>
            </a:r>
            <a:endParaRPr sz="2400"/>
          </a:p>
          <a:p>
            <a:pPr>
              <a:defRPr/>
            </a:pPr>
            <a:r>
              <a:rPr sz="1800" b="0" i="0" u="none">
                <a:solidFill>
                  <a:srgbClr val="000000"/>
                </a:solidFill>
                <a:latin typeface="Times New Roman"/>
                <a:ea typeface="Times New Roman"/>
                <a:cs typeface="Times New Roman"/>
              </a:rPr>
              <a:t>To protect from cyberbullying, online harassment, and scams</a:t>
            </a:r>
            <a:endParaRPr sz="2400"/>
          </a:p>
          <a:p>
            <a:pPr>
              <a:defRPr/>
            </a:pPr>
            <a:r>
              <a:rPr sz="1800" b="0" i="0" u="none">
                <a:solidFill>
                  <a:srgbClr val="000000"/>
                </a:solidFill>
                <a:latin typeface="Times New Roman"/>
                <a:ea typeface="Times New Roman"/>
                <a:cs typeface="Times New Roman"/>
              </a:rPr>
              <a:t>To detect harmful or unsafe online content</a:t>
            </a:r>
            <a:endParaRPr sz="2400"/>
          </a:p>
          <a:p>
            <a:pPr>
              <a:defRPr/>
            </a:pPr>
            <a:r>
              <a:rPr sz="1800" b="0" i="0" u="none">
                <a:solidFill>
                  <a:srgbClr val="000000"/>
                </a:solidFill>
                <a:latin typeface="Times New Roman"/>
                <a:ea typeface="Times New Roman"/>
                <a:cs typeface="Times New Roman"/>
              </a:rPr>
              <a:t>To create a safe online learning environment</a:t>
            </a:r>
            <a:endParaRPr sz="2400"/>
          </a:p>
          <a:p>
            <a:pPr>
              <a:defRPr/>
            </a:pPr>
            <a:r>
              <a:rPr sz="2000" b="1" i="0" u="none">
                <a:solidFill>
                  <a:srgbClr val="000000"/>
                </a:solidFill>
                <a:latin typeface="Times New Roman"/>
                <a:ea typeface="Times New Roman"/>
                <a:cs typeface="Times New Roman"/>
              </a:rPr>
              <a:t>4. Hospitals</a:t>
            </a:r>
            <a:endParaRPr sz="2400"/>
          </a:p>
          <a:p>
            <a:pPr>
              <a:defRPr/>
            </a:pPr>
            <a:r>
              <a:rPr sz="1800" b="0" i="0" u="none">
                <a:solidFill>
                  <a:srgbClr val="000000"/>
                </a:solidFill>
                <a:latin typeface="Times New Roman"/>
                <a:ea typeface="Times New Roman"/>
                <a:cs typeface="Times New Roman"/>
              </a:rPr>
              <a:t>To protect patient data from hackers</a:t>
            </a:r>
            <a:endParaRPr sz="2400"/>
          </a:p>
          <a:p>
            <a:pPr>
              <a:defRPr/>
            </a:pPr>
            <a:r>
              <a:rPr sz="1800" b="0" i="0" u="none">
                <a:solidFill>
                  <a:srgbClr val="000000"/>
                </a:solidFill>
                <a:latin typeface="Times New Roman"/>
                <a:ea typeface="Times New Roman"/>
                <a:cs typeface="Times New Roman"/>
              </a:rPr>
              <a:t>To detect suspicious access to medical records</a:t>
            </a:r>
            <a:endParaRPr sz="2400"/>
          </a:p>
          <a:p>
            <a:pPr>
              <a:defRPr/>
            </a:pPr>
            <a:r>
              <a:rPr sz="1800" b="0" i="0" u="none">
                <a:solidFill>
                  <a:srgbClr val="000000"/>
                </a:solidFill>
                <a:latin typeface="Times New Roman"/>
                <a:ea typeface="Times New Roman"/>
                <a:cs typeface="Times New Roman"/>
              </a:rPr>
              <a:t>To ensure privacy and security of health information</a:t>
            </a:r>
            <a:endParaRPr sz="2400"/>
          </a:p>
          <a:p>
            <a:pPr>
              <a:defRPr/>
            </a:pPr>
            <a:r>
              <a:rPr sz="2000" b="1" i="0" u="none">
                <a:solidFill>
                  <a:srgbClr val="000000"/>
                </a:solidFill>
                <a:latin typeface="Times New Roman"/>
                <a:ea typeface="Times New Roman"/>
                <a:cs typeface="Times New Roman"/>
              </a:rPr>
              <a:t>5. Urban Citizens</a:t>
            </a:r>
            <a:endParaRPr sz="2400"/>
          </a:p>
          <a:p>
            <a:pPr>
              <a:defRPr/>
            </a:pPr>
            <a:r>
              <a:rPr sz="1800" b="0" i="0" u="none">
                <a:solidFill>
                  <a:srgbClr val="000000"/>
                </a:solidFill>
                <a:latin typeface="Times New Roman"/>
                <a:ea typeface="Times New Roman"/>
                <a:cs typeface="Times New Roman"/>
              </a:rPr>
              <a:t>To stay safe from online fraud, fake news, and cyber threats</a:t>
            </a:r>
            <a:endParaRPr sz="2400"/>
          </a:p>
          <a:p>
            <a:pPr>
              <a:defRPr/>
            </a:pPr>
            <a:r>
              <a:rPr sz="1800" b="0" i="0" u="none">
                <a:solidFill>
                  <a:srgbClr val="000000"/>
                </a:solidFill>
                <a:latin typeface="Times New Roman"/>
                <a:ea typeface="Times New Roman"/>
                <a:cs typeface="Times New Roman"/>
              </a:rPr>
              <a:t>To detect suspicious messages, calls, or online activities</a:t>
            </a:r>
            <a:endParaRPr sz="2400"/>
          </a:p>
          <a:p>
            <a:pPr>
              <a:defRPr/>
            </a:pPr>
            <a:r>
              <a:rPr sz="1800" b="0" i="0" u="none">
                <a:solidFill>
                  <a:srgbClr val="000000"/>
                </a:solidFill>
                <a:latin typeface="Times New Roman"/>
                <a:ea typeface="Times New Roman"/>
                <a:cs typeface="Times New Roman"/>
              </a:rPr>
              <a:t>To improve personal digital safety and privacy</a:t>
            </a:r>
            <a:endParaRPr sz="2400"/>
          </a:p>
        </p:txBody>
      </p:sp>
      <p:sp>
        <p:nvSpPr>
          <p:cNvPr id="1747760148" name="Slide Number Placeholder 5"/>
          <p:cNvSpPr>
            <a:spLocks noGrp="1"/>
          </p:cNvSpPr>
          <p:nvPr>
            <p:ph type="sldNum" sz="quarter" idx="12"/>
          </p:nvPr>
        </p:nvSpPr>
        <p:spPr bwMode="auto"/>
        <p:txBody>
          <a:bodyPr/>
          <a:lstStyle/>
          <a:p>
            <a:pPr marL="0" marR="0" lvl="0" indent="0" algn="r" defTabSz="457200" rtl="0">
              <a:lnSpc>
                <a:spcPct val="100000"/>
              </a:lnSpc>
              <a:spcBef>
                <a:spcPts val="0"/>
              </a:spcBef>
              <a:spcAft>
                <a:spcPts val="0"/>
              </a:spcAft>
              <a:buClrTx/>
              <a:buSzTx/>
              <a:buFontTx/>
              <a:buNone/>
              <a:defRPr/>
            </a:pPr>
            <a:fld id="{677C3CE7-23F7-4828-823C-E0205DF2CF97}" type="slidenum">
              <a:rPr lang="en-US" sz="1200" b="1" i="0" u="none" strike="noStrike" cap="none" spc="0">
                <a:ln>
                  <a:noFill/>
                </a:ln>
                <a:solidFill>
                  <a:prstClr val="white"/>
                </a:solidFill>
                <a:latin typeface="TradeGothic"/>
                <a:ea typeface="ＭＳ Ｐゴシック"/>
                <a:cs typeface="+mn-cs"/>
              </a:rPr>
              <a:t>8</a:t>
            </a:fld>
            <a:endParaRPr lang="en-US" sz="1200" b="1" i="0" u="none" strike="noStrike" cap="none" spc="0">
              <a:ln>
                <a:noFill/>
              </a:ln>
              <a:solidFill>
                <a:prstClr val="white"/>
              </a:solidFill>
              <a:latin typeface="TradeGothic"/>
              <a:ea typeface="ＭＳ Ｐゴシック"/>
              <a:cs typeface="+mn-cs"/>
            </a:endParaRPr>
          </a:p>
        </p:txBody>
      </p:sp>
      <p:pic>
        <p:nvPicPr>
          <p:cNvPr id="1751998394" name="Picture 8" descr="eatm logo.png"/>
          <p:cNvPicPr>
            <a:picLocks noChangeAspect="1"/>
          </p:cNvPicPr>
          <p:nvPr/>
        </p:nvPicPr>
        <p:blipFill rotWithShape="1">
          <a:blip r:embed="rId3"/>
          <a:stretch/>
        </p:blipFill>
        <p:spPr bwMode="auto">
          <a:xfrm>
            <a:off x="172384" y="81376"/>
            <a:ext cx="1095495" cy="1028967"/>
          </a:xfrm>
          <a:prstGeom prst="rect">
            <a:avLst/>
          </a:prstGeom>
        </p:spPr>
      </p:pic>
      <p:pic>
        <p:nvPicPr>
          <p:cNvPr id="441813035" name="Picture 10"/>
          <p:cNvPicPr>
            <a:picLocks noChangeAspect="1"/>
          </p:cNvPicPr>
          <p:nvPr/>
        </p:nvPicPr>
        <p:blipFill rotWithShape="1">
          <a:blip r:embed="rId4"/>
          <a:stretch/>
        </p:blipFill>
        <p:spPr bwMode="auto">
          <a:xfrm>
            <a:off x="10366903" y="14293"/>
            <a:ext cx="1674456" cy="1674456"/>
          </a:xfrm>
          <a:prstGeom prst="rect">
            <a:avLst/>
          </a:prstGeom>
        </p:spPr>
      </p:pic>
      <p:pic>
        <p:nvPicPr>
          <p:cNvPr id="234657391" name="Picture 12" descr="EFusionx.png"/>
          <p:cNvPicPr>
            <a:picLocks noChangeAspect="1"/>
          </p:cNvPicPr>
          <p:nvPr/>
        </p:nvPicPr>
        <p:blipFill rotWithShape="1">
          <a:blip r:embed="rId5"/>
          <a:stretch/>
        </p:blipFill>
        <p:spPr bwMode="auto">
          <a:xfrm>
            <a:off x="9172405" y="203043"/>
            <a:ext cx="1194498" cy="10192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57747815" name="Rectangle 9"/>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a:lnSpc>
                <a:spcPct val="100000"/>
              </a:lnSpc>
              <a:spcBef>
                <a:spcPts val="0"/>
              </a:spcBef>
              <a:spcAft>
                <a:spcPts val="0"/>
              </a:spcAft>
              <a:buClrTx/>
              <a:buSzTx/>
              <a:buFontTx/>
              <a:buNone/>
              <a:defRPr/>
            </a:pPr>
            <a:endParaRPr lang="en-US" sz="1800" b="0" i="0" u="none" strike="noStrike" cap="none" spc="0">
              <a:ln>
                <a:noFill/>
              </a:ln>
              <a:solidFill>
                <a:srgbClr val="C0504D">
                  <a:lumMod val="75000"/>
                </a:srgbClr>
              </a:solidFill>
              <a:latin typeface="Calibri"/>
              <a:ea typeface="ＭＳ Ｐゴシック"/>
              <a:cs typeface="+mn-cs"/>
            </a:endParaRPr>
          </a:p>
        </p:txBody>
      </p:sp>
      <p:sp>
        <p:nvSpPr>
          <p:cNvPr id="471478365" name="Title 1"/>
          <p:cNvSpPr>
            <a:spLocks noGrp="1"/>
          </p:cNvSpPr>
          <p:nvPr>
            <p:ph type="title"/>
          </p:nvPr>
        </p:nvSpPr>
        <p:spPr bwMode="auto">
          <a:xfrm>
            <a:off x="597309" y="1222309"/>
            <a:ext cx="10606819" cy="4999366"/>
          </a:xfrm>
        </p:spPr>
        <p:txBody>
          <a:bodyPr/>
          <a:lstStyle/>
          <a:p>
            <a:pPr algn="l">
              <a:defRPr/>
            </a:pPr>
            <a:r>
              <a:rPr lang="en-US" sz="2800" b="1"/>
              <a:t>FUTURE SCOPE</a:t>
            </a:r>
            <a:br>
              <a:rPr lang="en-US" sz="2800" b="1"/>
            </a:br>
            <a:r>
              <a:rPr sz="1400" b="1" i="0" u="none">
                <a:solidFill>
                  <a:srgbClr val="000000"/>
                </a:solidFill>
                <a:latin typeface="Times New Roman"/>
                <a:ea typeface="Times New Roman"/>
                <a:cs typeface="Times New Roman"/>
              </a:rPr>
              <a:t>Better Online Safety</a:t>
            </a:r>
            <a:endParaRPr sz="7200"/>
          </a:p>
          <a:p>
            <a:pPr algn="l">
              <a:defRPr/>
            </a:pPr>
            <a:r>
              <a:rPr sz="1400" b="0" i="0" u="none">
                <a:solidFill>
                  <a:srgbClr val="000000"/>
                </a:solidFill>
                <a:latin typeface="Times New Roman"/>
                <a:ea typeface="Times New Roman"/>
                <a:cs typeface="Times New Roman"/>
              </a:rPr>
              <a:t>In the future, these tools can protect people from cyberbullying, scams, fraud, and harmful content on social media and websites.</a:t>
            </a:r>
            <a:endParaRPr sz="7200"/>
          </a:p>
          <a:p>
            <a:pPr algn="l">
              <a:defRPr/>
            </a:pPr>
            <a:r>
              <a:rPr sz="1400" b="0" i="0" u="none">
                <a:solidFill>
                  <a:srgbClr val="000000"/>
                </a:solidFill>
                <a:latin typeface="Times New Roman"/>
                <a:ea typeface="Times New Roman"/>
                <a:cs typeface="Times New Roman"/>
              </a:rPr>
              <a:t>It will make the internet safer for students, families, and organizations.</a:t>
            </a:r>
            <a:endParaRPr sz="7200"/>
          </a:p>
          <a:p>
            <a:pPr algn="l">
              <a:defRPr/>
            </a:pPr>
            <a:r>
              <a:rPr sz="1400" b="1" i="0" u="none">
                <a:solidFill>
                  <a:srgbClr val="000000"/>
                </a:solidFill>
                <a:latin typeface="Times New Roman"/>
                <a:ea typeface="Times New Roman"/>
                <a:cs typeface="Times New Roman"/>
              </a:rPr>
              <a:t>Use of Artificial Intelligence (AI)</a:t>
            </a:r>
            <a:endParaRPr sz="7200"/>
          </a:p>
          <a:p>
            <a:pPr algn="l">
              <a:defRPr/>
            </a:pPr>
            <a:r>
              <a:rPr sz="1400" b="0" i="0" u="none">
                <a:solidFill>
                  <a:srgbClr val="000000"/>
                </a:solidFill>
                <a:latin typeface="Times New Roman"/>
                <a:ea typeface="Times New Roman"/>
                <a:cs typeface="Times New Roman"/>
              </a:rPr>
              <a:t>Advanced AI can automatically detect suspicious behavior faster and more accurately.</a:t>
            </a:r>
            <a:endParaRPr sz="7200"/>
          </a:p>
          <a:p>
            <a:pPr algn="l">
              <a:defRPr/>
            </a:pPr>
            <a:r>
              <a:rPr sz="1400" b="0" i="0" u="none">
                <a:solidFill>
                  <a:srgbClr val="000000"/>
                </a:solidFill>
                <a:latin typeface="Times New Roman"/>
                <a:ea typeface="Times New Roman"/>
                <a:cs typeface="Times New Roman"/>
              </a:rPr>
              <a:t>AI can learn new types of threats and improve protection over time.</a:t>
            </a:r>
            <a:endParaRPr sz="7200"/>
          </a:p>
          <a:p>
            <a:pPr algn="l">
              <a:defRPr/>
            </a:pPr>
            <a:r>
              <a:rPr sz="1400" b="1" i="0" u="none">
                <a:solidFill>
                  <a:srgbClr val="000000"/>
                </a:solidFill>
                <a:latin typeface="Times New Roman"/>
                <a:ea typeface="Times New Roman"/>
                <a:cs typeface="Times New Roman"/>
              </a:rPr>
              <a:t>Protection in Schools, Colleges, and Workplaces</a:t>
            </a:r>
            <a:endParaRPr sz="7200"/>
          </a:p>
          <a:p>
            <a:pPr algn="l">
              <a:defRPr/>
            </a:pPr>
            <a:r>
              <a:rPr sz="1400" b="0" i="0" u="none">
                <a:solidFill>
                  <a:srgbClr val="000000"/>
                </a:solidFill>
                <a:latin typeface="Times New Roman"/>
                <a:ea typeface="Times New Roman"/>
                <a:cs typeface="Times New Roman"/>
              </a:rPr>
              <a:t>These systems can monitor harmful messages or unsafe activities and alert authorities.</a:t>
            </a:r>
            <a:endParaRPr sz="7200"/>
          </a:p>
          <a:p>
            <a:pPr algn="l">
              <a:defRPr/>
            </a:pPr>
            <a:r>
              <a:rPr sz="1400" b="0" i="0" u="none">
                <a:solidFill>
                  <a:srgbClr val="000000"/>
                </a:solidFill>
                <a:latin typeface="Times New Roman"/>
                <a:ea typeface="Times New Roman"/>
                <a:cs typeface="Times New Roman"/>
              </a:rPr>
              <a:t>It helps create a safe digital environment.</a:t>
            </a:r>
            <a:endParaRPr sz="7200"/>
          </a:p>
          <a:p>
            <a:pPr algn="l">
              <a:defRPr/>
            </a:pPr>
            <a:r>
              <a:rPr sz="1400" b="1" i="0" u="none">
                <a:solidFill>
                  <a:srgbClr val="000000"/>
                </a:solidFill>
                <a:latin typeface="Times New Roman"/>
                <a:ea typeface="Times New Roman"/>
                <a:cs typeface="Times New Roman"/>
              </a:rPr>
              <a:t>Privacy-Focused Security</a:t>
            </a:r>
            <a:endParaRPr sz="7200"/>
          </a:p>
          <a:p>
            <a:pPr algn="l">
              <a:defRPr/>
            </a:pPr>
            <a:r>
              <a:rPr sz="1400" b="0" i="0" u="none">
                <a:solidFill>
                  <a:srgbClr val="000000"/>
                </a:solidFill>
                <a:latin typeface="Times New Roman"/>
                <a:ea typeface="Times New Roman"/>
                <a:cs typeface="Times New Roman"/>
              </a:rPr>
              <a:t>Future tools will protect users without spying on personal data.</a:t>
            </a:r>
            <a:endParaRPr sz="7200"/>
          </a:p>
          <a:p>
            <a:pPr algn="l">
              <a:defRPr/>
            </a:pPr>
            <a:r>
              <a:rPr sz="1400" b="0" i="0" u="none">
                <a:solidFill>
                  <a:srgbClr val="000000"/>
                </a:solidFill>
                <a:latin typeface="Times New Roman"/>
                <a:ea typeface="Times New Roman"/>
                <a:cs typeface="Times New Roman"/>
              </a:rPr>
              <a:t>They will use smart methods to detect threats while keeping personal information secure.</a:t>
            </a:r>
            <a:endParaRPr sz="7200"/>
          </a:p>
          <a:p>
            <a:pPr algn="l">
              <a:defRPr/>
            </a:pPr>
            <a:r>
              <a:rPr sz="1400" b="1" i="0" u="none">
                <a:solidFill>
                  <a:srgbClr val="000000"/>
                </a:solidFill>
                <a:latin typeface="Times New Roman"/>
                <a:ea typeface="Times New Roman"/>
                <a:cs typeface="Times New Roman"/>
              </a:rPr>
              <a:t>Cybercrime Prevention</a:t>
            </a:r>
            <a:endParaRPr sz="7200"/>
          </a:p>
          <a:p>
            <a:pPr algn="l">
              <a:defRPr/>
            </a:pPr>
            <a:r>
              <a:rPr sz="1400" b="0" i="0" u="none">
                <a:solidFill>
                  <a:srgbClr val="000000"/>
                </a:solidFill>
                <a:latin typeface="Times New Roman"/>
                <a:ea typeface="Times New Roman"/>
                <a:cs typeface="Times New Roman"/>
              </a:rPr>
              <a:t>These systems can help police and cybersecurity teams detect cyber attacks early.</a:t>
            </a:r>
            <a:endParaRPr sz="7200"/>
          </a:p>
          <a:p>
            <a:pPr algn="l">
              <a:defRPr/>
            </a:pPr>
            <a:r>
              <a:rPr sz="1400" b="0" i="0" u="none">
                <a:solidFill>
                  <a:srgbClr val="000000"/>
                </a:solidFill>
                <a:latin typeface="Times New Roman"/>
                <a:ea typeface="Times New Roman"/>
                <a:cs typeface="Times New Roman"/>
              </a:rPr>
              <a:t>This reduces hacking, identity theft, and online fraud.</a:t>
            </a:r>
            <a:endParaRPr sz="7200"/>
          </a:p>
          <a:p>
            <a:pPr algn="l">
              <a:defRPr/>
            </a:pPr>
            <a:r>
              <a:rPr sz="1400" b="1" i="0" u="none">
                <a:solidFill>
                  <a:srgbClr val="000000"/>
                </a:solidFill>
                <a:latin typeface="Times New Roman"/>
                <a:ea typeface="Times New Roman"/>
                <a:cs typeface="Times New Roman"/>
              </a:rPr>
              <a:t>Smart Integration with Apps and Platforms</a:t>
            </a:r>
            <a:endParaRPr sz="7200"/>
          </a:p>
          <a:p>
            <a:pPr algn="l">
              <a:defRPr/>
            </a:pPr>
            <a:r>
              <a:rPr sz="1400" b="0" i="0" u="none">
                <a:solidFill>
                  <a:srgbClr val="000000"/>
                </a:solidFill>
                <a:latin typeface="Times New Roman"/>
                <a:ea typeface="Times New Roman"/>
                <a:cs typeface="Times New Roman"/>
              </a:rPr>
              <a:t>These tools can be added to social media, banking apps, and websites.</a:t>
            </a:r>
            <a:endParaRPr sz="7200"/>
          </a:p>
          <a:p>
            <a:pPr algn="l">
              <a:defRPr/>
            </a:pPr>
            <a:r>
              <a:rPr sz="1400" b="0" i="0" u="none">
                <a:solidFill>
                  <a:srgbClr val="000000"/>
                </a:solidFill>
                <a:latin typeface="Times New Roman"/>
                <a:ea typeface="Times New Roman"/>
                <a:cs typeface="Times New Roman"/>
              </a:rPr>
              <a:t>This will provide real-time protection to users.</a:t>
            </a:r>
            <a:endParaRPr sz="7200"/>
          </a:p>
          <a:p>
            <a:pPr algn="l">
              <a:defRPr/>
            </a:pPr>
            <a:r>
              <a:rPr sz="1400" b="1" i="0" u="none">
                <a:solidFill>
                  <a:srgbClr val="000000"/>
                </a:solidFill>
                <a:latin typeface="Times New Roman"/>
                <a:ea typeface="Times New Roman"/>
                <a:cs typeface="Times New Roman"/>
              </a:rPr>
              <a:t>Use in National Security</a:t>
            </a:r>
            <a:endParaRPr sz="7200"/>
          </a:p>
          <a:p>
            <a:pPr algn="l">
              <a:defRPr/>
            </a:pPr>
            <a:r>
              <a:rPr sz="1400" b="0" i="0" u="none">
                <a:solidFill>
                  <a:srgbClr val="000000"/>
                </a:solidFill>
                <a:latin typeface="Times New Roman"/>
                <a:ea typeface="Times New Roman"/>
                <a:cs typeface="Times New Roman"/>
              </a:rPr>
              <a:t>Governments can use these tools to detect threats and protect national digital systems.</a:t>
            </a:r>
            <a:endParaRPr sz="7200"/>
          </a:p>
          <a:p>
            <a:pPr algn="l">
              <a:defRPr/>
            </a:pPr>
            <a:r>
              <a:rPr sz="1400" b="0" i="0" u="none">
                <a:solidFill>
                  <a:srgbClr val="000000"/>
                </a:solidFill>
                <a:latin typeface="Times New Roman"/>
                <a:ea typeface="Times New Roman"/>
                <a:cs typeface="Times New Roman"/>
              </a:rPr>
              <a:t>It helps improve overall cyber defence.</a:t>
            </a:r>
            <a:br>
              <a:rPr lang="en-US" sz="2800" b="1"/>
            </a:br>
            <a:endParaRPr lang="en-US" sz="2800" b="1">
              <a:latin typeface="Times New Roman"/>
              <a:ea typeface="ＭＳ Ｐゴシック"/>
              <a:cs typeface="Times New Roman"/>
            </a:endParaRPr>
          </a:p>
        </p:txBody>
      </p:sp>
      <p:sp>
        <p:nvSpPr>
          <p:cNvPr id="1850731240" name="Slide Number Placeholder 5"/>
          <p:cNvSpPr>
            <a:spLocks noGrp="1"/>
          </p:cNvSpPr>
          <p:nvPr>
            <p:ph type="sldNum" sz="quarter" idx="12"/>
          </p:nvPr>
        </p:nvSpPr>
        <p:spPr bwMode="auto"/>
        <p:txBody>
          <a:bodyPr/>
          <a:lstStyle/>
          <a:p>
            <a:pPr marL="0" marR="0" lvl="0" indent="0" algn="r" defTabSz="457200" rtl="0">
              <a:lnSpc>
                <a:spcPct val="100000"/>
              </a:lnSpc>
              <a:spcBef>
                <a:spcPts val="0"/>
              </a:spcBef>
              <a:spcAft>
                <a:spcPts val="0"/>
              </a:spcAft>
              <a:buClrTx/>
              <a:buSzTx/>
              <a:buFontTx/>
              <a:buNone/>
              <a:defRPr/>
            </a:pPr>
            <a:fld id="{677C3CE7-23F7-4828-823C-E0205DF2CF97}" type="slidenum">
              <a:rPr lang="en-US" sz="1200" b="1" i="0" u="none" strike="noStrike" cap="none" spc="0">
                <a:ln>
                  <a:noFill/>
                </a:ln>
                <a:solidFill>
                  <a:prstClr val="white"/>
                </a:solidFill>
                <a:latin typeface="TradeGothic"/>
                <a:ea typeface="ＭＳ Ｐゴシック"/>
                <a:cs typeface="+mn-cs"/>
              </a:rPr>
              <a:t>9</a:t>
            </a:fld>
            <a:endParaRPr lang="en-US" sz="1200" b="1" i="0" u="none" strike="noStrike" cap="none" spc="0">
              <a:ln>
                <a:noFill/>
              </a:ln>
              <a:solidFill>
                <a:prstClr val="white"/>
              </a:solidFill>
              <a:latin typeface="TradeGothic"/>
              <a:ea typeface="ＭＳ Ｐゴシック"/>
              <a:cs typeface="+mn-cs"/>
            </a:endParaRPr>
          </a:p>
        </p:txBody>
      </p:sp>
      <p:pic>
        <p:nvPicPr>
          <p:cNvPr id="765367285" name="Picture 8" descr="eatm logo.png"/>
          <p:cNvPicPr>
            <a:picLocks noChangeAspect="1"/>
          </p:cNvPicPr>
          <p:nvPr/>
        </p:nvPicPr>
        <p:blipFill rotWithShape="1">
          <a:blip r:embed="rId3"/>
          <a:stretch/>
        </p:blipFill>
        <p:spPr bwMode="auto">
          <a:xfrm>
            <a:off x="172384" y="81376"/>
            <a:ext cx="1095495" cy="1028967"/>
          </a:xfrm>
          <a:prstGeom prst="rect">
            <a:avLst/>
          </a:prstGeom>
        </p:spPr>
      </p:pic>
      <p:pic>
        <p:nvPicPr>
          <p:cNvPr id="1915010879" name="Picture 10"/>
          <p:cNvPicPr>
            <a:picLocks noChangeAspect="1"/>
          </p:cNvPicPr>
          <p:nvPr/>
        </p:nvPicPr>
        <p:blipFill rotWithShape="1">
          <a:blip r:embed="rId4"/>
          <a:stretch/>
        </p:blipFill>
        <p:spPr bwMode="auto">
          <a:xfrm>
            <a:off x="10366903" y="14293"/>
            <a:ext cx="1674456" cy="1674456"/>
          </a:xfrm>
          <a:prstGeom prst="rect">
            <a:avLst/>
          </a:prstGeom>
        </p:spPr>
      </p:pic>
      <p:pic>
        <p:nvPicPr>
          <p:cNvPr id="1340314129" name="Picture 12" descr="EFusionx.png"/>
          <p:cNvPicPr>
            <a:picLocks noChangeAspect="1"/>
          </p:cNvPicPr>
          <p:nvPr/>
        </p:nvPicPr>
        <p:blipFill rotWithShape="1">
          <a:blip r:embed="rId5"/>
          <a:stretch/>
        </p:blipFill>
        <p:spPr bwMode="auto">
          <a:xfrm>
            <a:off x="9172405" y="203043"/>
            <a:ext cx="1194498" cy="101926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13043841" name="Rectangle 9"/>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a:lnSpc>
                <a:spcPct val="100000"/>
              </a:lnSpc>
              <a:spcBef>
                <a:spcPts val="0"/>
              </a:spcBef>
              <a:spcAft>
                <a:spcPts val="0"/>
              </a:spcAft>
              <a:buClrTx/>
              <a:buSzTx/>
              <a:buFontTx/>
              <a:buNone/>
              <a:defRPr/>
            </a:pPr>
            <a:endParaRPr lang="en-US" sz="1800" b="0" i="0" u="none" strike="noStrike" cap="none" spc="0">
              <a:ln>
                <a:noFill/>
              </a:ln>
              <a:solidFill>
                <a:srgbClr val="C0504D">
                  <a:lumMod val="75000"/>
                </a:srgbClr>
              </a:solidFill>
              <a:latin typeface="Calibri"/>
              <a:ea typeface="ＭＳ Ｐゴシック"/>
              <a:cs typeface="+mn-cs"/>
            </a:endParaRPr>
          </a:p>
        </p:txBody>
      </p:sp>
      <p:sp>
        <p:nvSpPr>
          <p:cNvPr id="1104449091" name="Title 1"/>
          <p:cNvSpPr>
            <a:spLocks noGrp="1"/>
          </p:cNvSpPr>
          <p:nvPr>
            <p:ph type="title"/>
          </p:nvPr>
        </p:nvSpPr>
        <p:spPr bwMode="auto">
          <a:xfrm>
            <a:off x="1249006" y="-47625"/>
            <a:ext cx="8745894" cy="1143000"/>
          </a:xfrm>
        </p:spPr>
        <p:txBody>
          <a:bodyPr/>
          <a:lstStyle/>
          <a:p>
            <a:pPr>
              <a:defRPr/>
            </a:pPr>
            <a:r>
              <a:rPr lang="en-US" sz="3600" b="1"/>
              <a:t>BUSINESS MODEL / PROFIT STRATEGY</a:t>
            </a:r>
            <a:endParaRPr lang="en-US" sz="3600" b="1">
              <a:latin typeface="Times New Roman"/>
              <a:ea typeface="ＭＳ Ｐゴシック"/>
              <a:cs typeface="Times New Roman"/>
            </a:endParaRPr>
          </a:p>
        </p:txBody>
      </p:sp>
      <p:sp>
        <p:nvSpPr>
          <p:cNvPr id="1671707554" name="Slide Number Placeholder 5"/>
          <p:cNvSpPr>
            <a:spLocks noGrp="1"/>
          </p:cNvSpPr>
          <p:nvPr>
            <p:ph type="sldNum" sz="quarter" idx="12"/>
          </p:nvPr>
        </p:nvSpPr>
        <p:spPr bwMode="auto"/>
        <p:txBody>
          <a:bodyPr/>
          <a:lstStyle/>
          <a:p>
            <a:pPr marL="0" marR="0" lvl="0" indent="0" algn="r" defTabSz="457200" rtl="0">
              <a:lnSpc>
                <a:spcPct val="100000"/>
              </a:lnSpc>
              <a:spcBef>
                <a:spcPts val="0"/>
              </a:spcBef>
              <a:spcAft>
                <a:spcPts val="0"/>
              </a:spcAft>
              <a:buClrTx/>
              <a:buSzTx/>
              <a:buFontTx/>
              <a:buNone/>
              <a:defRPr/>
            </a:pPr>
            <a:fld id="{677C3CE7-23F7-4828-823C-E0205DF2CF97}" type="slidenum">
              <a:rPr lang="en-US" sz="1200" b="1" i="0" u="none" strike="noStrike" cap="none" spc="0">
                <a:ln>
                  <a:noFill/>
                </a:ln>
                <a:solidFill>
                  <a:prstClr val="white"/>
                </a:solidFill>
                <a:latin typeface="TradeGothic"/>
                <a:ea typeface="ＭＳ Ｐゴシック"/>
                <a:cs typeface="+mn-cs"/>
              </a:rPr>
              <a:t>10</a:t>
            </a:fld>
            <a:endParaRPr lang="en-US" sz="1200" b="1" i="0" u="none" strike="noStrike" cap="none" spc="0">
              <a:ln>
                <a:noFill/>
              </a:ln>
              <a:solidFill>
                <a:prstClr val="white"/>
              </a:solidFill>
              <a:latin typeface="TradeGothic"/>
              <a:ea typeface="ＭＳ Ｐゴシック"/>
              <a:cs typeface="+mn-cs"/>
            </a:endParaRPr>
          </a:p>
        </p:txBody>
      </p:sp>
      <p:pic>
        <p:nvPicPr>
          <p:cNvPr id="1141231920" name="Picture 8" descr="eatm logo.png"/>
          <p:cNvPicPr>
            <a:picLocks noChangeAspect="1"/>
          </p:cNvPicPr>
          <p:nvPr/>
        </p:nvPicPr>
        <p:blipFill rotWithShape="1">
          <a:blip r:embed="rId3"/>
          <a:stretch/>
        </p:blipFill>
        <p:spPr bwMode="auto">
          <a:xfrm>
            <a:off x="172384" y="81376"/>
            <a:ext cx="1095495" cy="1028967"/>
          </a:xfrm>
          <a:prstGeom prst="rect">
            <a:avLst/>
          </a:prstGeom>
        </p:spPr>
      </p:pic>
      <p:pic>
        <p:nvPicPr>
          <p:cNvPr id="1646230913" name="Picture 10"/>
          <p:cNvPicPr>
            <a:picLocks noChangeAspect="1"/>
          </p:cNvPicPr>
          <p:nvPr/>
        </p:nvPicPr>
        <p:blipFill rotWithShape="1">
          <a:blip r:embed="rId4"/>
          <a:stretch/>
        </p:blipFill>
        <p:spPr bwMode="auto">
          <a:xfrm>
            <a:off x="10366903" y="14293"/>
            <a:ext cx="1674456" cy="1674456"/>
          </a:xfrm>
          <a:prstGeom prst="rect">
            <a:avLst/>
          </a:prstGeom>
        </p:spPr>
      </p:pic>
      <p:pic>
        <p:nvPicPr>
          <p:cNvPr id="751222405" name="Picture 12" descr="EFusionx.png"/>
          <p:cNvPicPr>
            <a:picLocks noChangeAspect="1"/>
          </p:cNvPicPr>
          <p:nvPr/>
        </p:nvPicPr>
        <p:blipFill rotWithShape="1">
          <a:blip r:embed="rId5"/>
          <a:stretch/>
        </p:blipFill>
        <p:spPr bwMode="auto">
          <a:xfrm>
            <a:off x="9172405" y="203043"/>
            <a:ext cx="1194498" cy="1019267"/>
          </a:xfrm>
          <a:prstGeom prst="rect">
            <a:avLst/>
          </a:prstGeom>
        </p:spPr>
      </p:pic>
      <p:sp>
        <p:nvSpPr>
          <p:cNvPr id="2" name="Rectangle 1">
            <a:extLst>
              <a:ext uri="{FF2B5EF4-FFF2-40B4-BE49-F238E27FC236}">
                <a16:creationId xmlns:a16="http://schemas.microsoft.com/office/drawing/2014/main" id="{F5EF7151-2119-9113-BB76-6831D6A315BC}"/>
              </a:ext>
            </a:extLst>
          </p:cNvPr>
          <p:cNvSpPr>
            <a:spLocks noChangeArrowheads="1"/>
          </p:cNvSpPr>
          <p:nvPr/>
        </p:nvSpPr>
        <p:spPr bwMode="auto">
          <a:xfrm>
            <a:off x="385533" y="2672142"/>
            <a:ext cx="1142093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dirty="0" err="1">
                <a:solidFill>
                  <a:srgbClr val="000000"/>
                </a:solidFill>
                <a:latin typeface="Times New Roman"/>
                <a:ea typeface="Times New Roman"/>
                <a:cs typeface="Times New Roman"/>
              </a:rPr>
              <a:t>AegiAI</a:t>
            </a:r>
            <a:r>
              <a:rPr lang="en-US" dirty="0">
                <a:solidFill>
                  <a:srgbClr val="000000"/>
                </a:solidFill>
                <a:latin typeface="Times New Roman"/>
                <a:ea typeface="Times New Roman"/>
                <a:cs typeface="Times New Roman"/>
              </a:rPr>
              <a:t> is being built as an open-source platform so that it is transparent, collaborative, and accessible to all. The reason why the system is being made open source is that it allows the developers and researchers to view the code and make the security features better and also add new models for detection to make it more secure.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49884302" name="Rectangle 9"/>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a:lnSpc>
                <a:spcPct val="100000"/>
              </a:lnSpc>
              <a:spcBef>
                <a:spcPts val="0"/>
              </a:spcBef>
              <a:spcAft>
                <a:spcPts val="0"/>
              </a:spcAft>
              <a:buClrTx/>
              <a:buSzTx/>
              <a:buFontTx/>
              <a:buNone/>
              <a:defRPr/>
            </a:pPr>
            <a:endParaRPr lang="en-US" sz="1800" b="0" i="0" u="none" strike="noStrike" cap="none" spc="0">
              <a:ln>
                <a:noFill/>
              </a:ln>
              <a:solidFill>
                <a:srgbClr val="C0504D">
                  <a:lumMod val="75000"/>
                </a:srgbClr>
              </a:solidFill>
              <a:latin typeface="Calibri"/>
              <a:ea typeface="ＭＳ Ｐゴシック"/>
              <a:cs typeface="+mn-cs"/>
            </a:endParaRPr>
          </a:p>
        </p:txBody>
      </p:sp>
      <p:sp>
        <p:nvSpPr>
          <p:cNvPr id="30793793" name="Title 1"/>
          <p:cNvSpPr>
            <a:spLocks noGrp="1"/>
          </p:cNvSpPr>
          <p:nvPr>
            <p:ph type="title"/>
          </p:nvPr>
        </p:nvSpPr>
        <p:spPr bwMode="auto">
          <a:xfrm>
            <a:off x="1437951" y="-47625"/>
            <a:ext cx="7299649" cy="1143000"/>
          </a:xfrm>
        </p:spPr>
        <p:txBody>
          <a:bodyPr/>
          <a:lstStyle/>
          <a:p>
            <a:pPr>
              <a:defRPr/>
            </a:pPr>
            <a:r>
              <a:rPr lang="en-US" sz="3600" b="1">
                <a:latin typeface="Times New Roman"/>
                <a:ea typeface="ＭＳ Ｐゴシック"/>
                <a:cs typeface="Times New Roman"/>
              </a:rPr>
              <a:t>RESEARCH  AND REFERENCES</a:t>
            </a:r>
            <a:endParaRPr/>
          </a:p>
        </p:txBody>
      </p:sp>
      <p:sp>
        <p:nvSpPr>
          <p:cNvPr id="1277733646" name="TextBox 8"/>
          <p:cNvSpPr txBox="1">
            <a:spLocks noChangeArrowheads="1"/>
          </p:cNvSpPr>
          <p:nvPr/>
        </p:nvSpPr>
        <p:spPr bwMode="auto">
          <a:xfrm>
            <a:off x="609599" y="1790570"/>
            <a:ext cx="11481798" cy="4785719"/>
          </a:xfrm>
          <a:prstGeom prst="rect">
            <a:avLst/>
          </a:prstGeom>
          <a:noFill/>
          <a:ln w="9525">
            <a:noFill/>
            <a:miter lim="800000"/>
            <a:headEnd/>
            <a:tailEnd/>
          </a:ln>
        </p:spPr>
        <p:txBody>
          <a:bodyPr wrap="square">
            <a:spAutoFit/>
          </a:bodyPr>
          <a:lstStyle/>
          <a:p>
            <a:pPr>
              <a:defRPr/>
            </a:pPr>
            <a:r>
              <a:rPr lang="en-US" sz="2200" b="0" i="0" u="none" strike="noStrike" cap="none" spc="0">
                <a:solidFill>
                  <a:prstClr val="black"/>
                </a:solidFill>
                <a:latin typeface="Arial"/>
                <a:ea typeface="Arial"/>
                <a:cs typeface="Arial"/>
              </a:rPr>
              <a:t>Infosecurity Magazine </a:t>
            </a:r>
            <a:endParaRPr lang="en-US" sz="2200" b="0" i="0" u="none" strike="noStrike" cap="none" spc="0">
              <a:solidFill>
                <a:prstClr val="black"/>
              </a:solidFill>
              <a:latin typeface="Arial"/>
              <a:cs typeface="Arial"/>
            </a:endParaRPr>
          </a:p>
          <a:p>
            <a:pPr>
              <a:defRPr/>
            </a:pPr>
            <a:r>
              <a:rPr lang="en-US" sz="2200" b="0" i="0" u="none" strike="noStrike" cap="none" spc="0">
                <a:solidFill>
                  <a:prstClr val="black"/>
                </a:solidFill>
                <a:latin typeface="Arial"/>
                <a:ea typeface="Arial"/>
                <a:cs typeface="Arial"/>
              </a:rPr>
              <a:t> </a:t>
            </a:r>
            <a:r>
              <a:rPr lang="en-IN" sz="2200" b="0" i="0" u="none" strike="noStrike" cap="none" spc="0">
                <a:solidFill>
                  <a:prstClr val="black"/>
                </a:solidFill>
                <a:latin typeface="Arial"/>
                <a:ea typeface="Arial"/>
                <a:cs typeface="Arial"/>
              </a:rPr>
              <a:t>: </a:t>
            </a:r>
            <a:r>
              <a:rPr lang="en-US" sz="2200" b="0" i="0" u="sng" strike="noStrike" cap="none" spc="0">
                <a:solidFill>
                  <a:prstClr val="black"/>
                </a:solidFill>
                <a:latin typeface="Arial"/>
                <a:ea typeface="Arial"/>
                <a:cs typeface="Arial"/>
                <a:hlinkClick r:id="rId3"/>
              </a:rPr>
              <a:t>https://www.infosecurity-magazine.com/news-features/top-10-cyberattacks-of-2025/</a:t>
            </a:r>
            <a:endParaRPr lang="en-US" sz="2200" b="0" i="0" u="none" strike="noStrike" cap="none" spc="0">
              <a:solidFill>
                <a:prstClr val="black"/>
              </a:solidFill>
              <a:latin typeface="Arial"/>
              <a:cs typeface="Arial"/>
            </a:endParaRPr>
          </a:p>
          <a:p>
            <a:pPr>
              <a:defRPr/>
            </a:pPr>
            <a:r>
              <a:rPr lang="en-US" sz="2200" b="0" i="0" u="none" strike="noStrike" cap="none" spc="0">
                <a:solidFill>
                  <a:prstClr val="black"/>
                </a:solidFill>
                <a:latin typeface="Arial"/>
                <a:ea typeface="Arial"/>
                <a:cs typeface="Arial"/>
              </a:rPr>
              <a:t>Cybersecurity Ventures</a:t>
            </a:r>
            <a:endParaRPr lang="en-US" sz="2200" b="0" i="0" u="none" strike="noStrike" cap="none" spc="0">
              <a:solidFill>
                <a:prstClr val="black"/>
              </a:solidFill>
              <a:latin typeface="Arial"/>
              <a:cs typeface="Arial"/>
            </a:endParaRPr>
          </a:p>
          <a:p>
            <a:pPr>
              <a:defRPr/>
            </a:pPr>
            <a:r>
              <a:rPr lang="en-IN" sz="2200" b="0" i="0" u="sng" strike="noStrike" cap="none" spc="0">
                <a:solidFill>
                  <a:prstClr val="black"/>
                </a:solidFill>
                <a:latin typeface="Arial"/>
                <a:ea typeface="Arial"/>
                <a:cs typeface="Arial"/>
                <a:hlinkClick r:id="rId4"/>
              </a:rPr>
              <a:t>: https://cybersecurityventures.com/blog/</a:t>
            </a:r>
            <a:endParaRPr lang="en-US" sz="2200" b="0" i="0" u="none" strike="noStrike" cap="none" spc="0">
              <a:solidFill>
                <a:prstClr val="black"/>
              </a:solidFill>
              <a:latin typeface="Arial"/>
              <a:cs typeface="Arial"/>
            </a:endParaRPr>
          </a:p>
          <a:p>
            <a:pPr>
              <a:defRPr/>
            </a:pPr>
            <a:r>
              <a:rPr lang="en-US" sz="2200" b="0" i="0" u="none" strike="noStrike" cap="none" spc="0">
                <a:solidFill>
                  <a:prstClr val="black"/>
                </a:solidFill>
                <a:latin typeface="Arial"/>
                <a:ea typeface="Arial"/>
                <a:cs typeface="Arial"/>
              </a:rPr>
              <a:t>Wikipedia</a:t>
            </a:r>
            <a:endParaRPr lang="en-US" sz="2200" b="0" i="0" u="none" strike="noStrike" cap="none" spc="0">
              <a:solidFill>
                <a:prstClr val="black"/>
              </a:solidFill>
              <a:latin typeface="Arial"/>
              <a:cs typeface="Arial"/>
            </a:endParaRPr>
          </a:p>
          <a:p>
            <a:pPr>
              <a:defRPr/>
            </a:pPr>
            <a:r>
              <a:rPr lang="en-US" sz="2200" b="0" i="0" u="none" strike="noStrike" cap="none" spc="0">
                <a:solidFill>
                  <a:prstClr val="black"/>
                </a:solidFill>
                <a:latin typeface="Arial"/>
                <a:ea typeface="Arial"/>
                <a:cs typeface="Arial"/>
              </a:rPr>
              <a:t>: </a:t>
            </a:r>
            <a:r>
              <a:rPr lang="en-US" sz="2200" b="0" i="0" u="sng" strike="noStrike" cap="none" spc="0">
                <a:solidFill>
                  <a:prstClr val="black"/>
                </a:solidFill>
                <a:latin typeface="Arial"/>
                <a:ea typeface="Arial"/>
                <a:cs typeface="Arial"/>
                <a:hlinkClick r:id="rId5"/>
              </a:rPr>
              <a:t>https://en.wikipedia.org/wiki/2025_Paraguay_ransomware_attack</a:t>
            </a:r>
            <a:r>
              <a:rPr lang="en-IN" sz="2200" b="0" i="0" u="sng" strike="noStrike" cap="none" spc="0">
                <a:solidFill>
                  <a:prstClr val="black"/>
                </a:solidFill>
                <a:latin typeface="Arial"/>
                <a:cs typeface="Arial"/>
                <a:hlinkClick r:id="rId5"/>
              </a:rPr>
              <a:t> </a:t>
            </a:r>
            <a:br>
              <a:rPr lang="en-IN" sz="2200" b="0" i="0" u="sng" strike="noStrike" cap="none" spc="0">
                <a:solidFill>
                  <a:prstClr val="black"/>
                </a:solidFill>
                <a:latin typeface="Arial"/>
                <a:cs typeface="Arial"/>
                <a:hlinkClick r:id="rId5"/>
              </a:rPr>
            </a:br>
            <a:r>
              <a:rPr lang="en-IN" sz="2200" b="0" i="0" u="sng" strike="noStrike" cap="none" spc="0">
                <a:solidFill>
                  <a:prstClr val="black"/>
                </a:solidFill>
                <a:latin typeface="Arial"/>
                <a:ea typeface="Arial"/>
                <a:cs typeface="Arial"/>
              </a:rPr>
              <a:t>Wikipedia </a:t>
            </a:r>
            <a:endParaRPr lang="en-IN" sz="2200" b="0" i="0" u="sng" strike="noStrike" cap="none" spc="0">
              <a:solidFill>
                <a:prstClr val="black"/>
              </a:solidFill>
              <a:latin typeface="Arial"/>
              <a:cs typeface="Arial"/>
            </a:endParaRPr>
          </a:p>
          <a:p>
            <a:pPr>
              <a:defRPr/>
            </a:pPr>
            <a:r>
              <a:rPr lang="en-IN" sz="2200" b="0" i="0" u="sng" strike="noStrike" cap="none" spc="0">
                <a:solidFill>
                  <a:prstClr val="black"/>
                </a:solidFill>
                <a:latin typeface="Arial"/>
                <a:ea typeface="Arial"/>
                <a:cs typeface="Arial"/>
              </a:rPr>
              <a:t>: </a:t>
            </a:r>
            <a:r>
              <a:rPr lang="en-IN" sz="2200" b="0" i="0" u="sng" strike="noStrike" cap="none" spc="0">
                <a:solidFill>
                  <a:prstClr val="black"/>
                </a:solidFill>
                <a:latin typeface="Arial"/>
                <a:ea typeface="Arial"/>
                <a:cs typeface="Arial"/>
                <a:hlinkClick r:id="rId6"/>
              </a:rPr>
              <a:t>https://en.wikipedia.org/wiki/2025_cyberattack_on_Polish_power_grid</a:t>
            </a:r>
            <a:r>
              <a:rPr lang="en-IN"/>
              <a:t> </a:t>
            </a:r>
          </a:p>
          <a:p>
            <a:pPr>
              <a:defRPr/>
            </a:pPr>
            <a:r>
              <a:rPr lang="en-IN" sz="2200">
                <a:latin typeface="Arial"/>
                <a:ea typeface="Arial"/>
                <a:cs typeface="Arial"/>
              </a:rPr>
              <a:t>Times of INDIA:</a:t>
            </a:r>
            <a:endParaRPr sz="2200">
              <a:latin typeface="Arial"/>
              <a:cs typeface="Arial"/>
            </a:endParaRPr>
          </a:p>
          <a:p>
            <a:pPr>
              <a:defRPr/>
            </a:pPr>
            <a:r>
              <a:rPr lang="en-IN" sz="2200" b="0" i="0" u="sng" strike="noStrike" cap="none" spc="0">
                <a:solidFill>
                  <a:schemeClr val="tx1"/>
                </a:solidFill>
                <a:latin typeface="Arial"/>
                <a:ea typeface="Arial"/>
                <a:cs typeface="Arial"/>
                <a:hlinkClick r:id="rId7"/>
              </a:rPr>
              <a:t>https://timesofindia.indiatimes.com/</a:t>
            </a:r>
            <a:r>
              <a:rPr lang="en-IN" sz="2200"/>
              <a:t> </a:t>
            </a:r>
          </a:p>
          <a:p>
            <a:pPr>
              <a:defRPr/>
            </a:pPr>
            <a:endParaRPr sz="2200">
              <a:latin typeface="Arial"/>
              <a:cs typeface="Arial"/>
            </a:endParaRPr>
          </a:p>
          <a:p>
            <a:pPr>
              <a:defRPr/>
            </a:pPr>
            <a:endParaRPr sz="2200">
              <a:latin typeface="Arial"/>
              <a:cs typeface="Arial"/>
            </a:endParaRPr>
          </a:p>
          <a:p>
            <a:pPr>
              <a:defRPr/>
            </a:pPr>
            <a:endParaRPr lang="en-US" sz="2200" b="0" i="0" u="none" strike="noStrike" cap="none" spc="0">
              <a:solidFill>
                <a:prstClr val="black"/>
              </a:solidFill>
              <a:latin typeface="Arial"/>
              <a:cs typeface="Arial"/>
            </a:endParaRPr>
          </a:p>
          <a:p>
            <a:pPr>
              <a:defRPr/>
            </a:pPr>
            <a:endParaRPr lang="en-US" sz="2200" b="0" i="0" u="none" strike="noStrike" cap="none" spc="0">
              <a:solidFill>
                <a:prstClr val="black"/>
              </a:solidFill>
              <a:latin typeface="Arial"/>
              <a:cs typeface="Arial"/>
            </a:endParaRPr>
          </a:p>
        </p:txBody>
      </p:sp>
      <p:sp>
        <p:nvSpPr>
          <p:cNvPr id="1449837176" name="Slide Number Placeholder 5"/>
          <p:cNvSpPr>
            <a:spLocks noGrp="1"/>
          </p:cNvSpPr>
          <p:nvPr>
            <p:ph type="sldNum" sz="quarter" idx="12"/>
          </p:nvPr>
        </p:nvSpPr>
        <p:spPr bwMode="auto"/>
        <p:txBody>
          <a:bodyPr/>
          <a:lstStyle/>
          <a:p>
            <a:pPr marL="0" marR="0" lvl="0" indent="0" algn="r" defTabSz="457200" rtl="0">
              <a:lnSpc>
                <a:spcPct val="100000"/>
              </a:lnSpc>
              <a:spcBef>
                <a:spcPts val="0"/>
              </a:spcBef>
              <a:spcAft>
                <a:spcPts val="0"/>
              </a:spcAft>
              <a:buClrTx/>
              <a:buSzTx/>
              <a:buFontTx/>
              <a:buNone/>
              <a:defRPr/>
            </a:pPr>
            <a:fld id="{677C3CE7-23F7-4828-823C-E0205DF2CF97}" type="slidenum">
              <a:rPr lang="en-US" sz="1200" b="1" i="0" u="none" strike="noStrike" cap="none" spc="0">
                <a:ln>
                  <a:noFill/>
                </a:ln>
                <a:solidFill>
                  <a:prstClr val="white"/>
                </a:solidFill>
                <a:latin typeface="TradeGothic"/>
                <a:ea typeface="ＭＳ Ｐゴシック"/>
                <a:cs typeface="+mn-cs"/>
              </a:rPr>
              <a:t>11</a:t>
            </a:fld>
            <a:endParaRPr lang="en-US" sz="1200" b="1" i="0" u="none" strike="noStrike" cap="none" spc="0">
              <a:ln>
                <a:noFill/>
              </a:ln>
              <a:solidFill>
                <a:prstClr val="white"/>
              </a:solidFill>
              <a:latin typeface="TradeGothic"/>
              <a:ea typeface="ＭＳ Ｐゴシック"/>
              <a:cs typeface="+mn-cs"/>
            </a:endParaRPr>
          </a:p>
        </p:txBody>
      </p:sp>
      <p:pic>
        <p:nvPicPr>
          <p:cNvPr id="1082095256" name="Picture 10" descr="eatm logo.png"/>
          <p:cNvPicPr>
            <a:picLocks noChangeAspect="1"/>
          </p:cNvPicPr>
          <p:nvPr/>
        </p:nvPicPr>
        <p:blipFill rotWithShape="1">
          <a:blip r:embed="rId8"/>
          <a:stretch/>
        </p:blipFill>
        <p:spPr bwMode="auto">
          <a:xfrm>
            <a:off x="172384" y="81376"/>
            <a:ext cx="1095495" cy="1028967"/>
          </a:xfrm>
          <a:prstGeom prst="rect">
            <a:avLst/>
          </a:prstGeom>
        </p:spPr>
      </p:pic>
      <p:pic>
        <p:nvPicPr>
          <p:cNvPr id="634004563" name="Picture 11"/>
          <p:cNvPicPr>
            <a:picLocks noChangeAspect="1"/>
          </p:cNvPicPr>
          <p:nvPr/>
        </p:nvPicPr>
        <p:blipFill rotWithShape="1">
          <a:blip r:embed="rId9"/>
          <a:stretch/>
        </p:blipFill>
        <p:spPr bwMode="auto">
          <a:xfrm>
            <a:off x="10366903" y="14293"/>
            <a:ext cx="1674456" cy="1674456"/>
          </a:xfrm>
          <a:prstGeom prst="rect">
            <a:avLst/>
          </a:prstGeom>
        </p:spPr>
      </p:pic>
      <p:pic>
        <p:nvPicPr>
          <p:cNvPr id="47870507" name="Picture 12" descr="EFusionx.png"/>
          <p:cNvPicPr>
            <a:picLocks noChangeAspect="1"/>
          </p:cNvPicPr>
          <p:nvPr/>
        </p:nvPicPr>
        <p:blipFill rotWithShape="1">
          <a:blip r:embed="rId10"/>
          <a:stretch/>
        </p:blipFill>
        <p:spPr bwMode="auto">
          <a:xfrm>
            <a:off x="9172405" y="203043"/>
            <a:ext cx="1194498" cy="101926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